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44"/>
  </p:notesMasterIdLst>
  <p:sldIdLst>
    <p:sldId id="256" r:id="rId2"/>
    <p:sldId id="273" r:id="rId3"/>
    <p:sldId id="259" r:id="rId4"/>
    <p:sldId id="377" r:id="rId5"/>
    <p:sldId id="281" r:id="rId6"/>
    <p:sldId id="601" r:id="rId7"/>
    <p:sldId id="283" r:id="rId8"/>
    <p:sldId id="295" r:id="rId9"/>
    <p:sldId id="583" r:id="rId10"/>
    <p:sldId id="584" r:id="rId11"/>
    <p:sldId id="585" r:id="rId12"/>
    <p:sldId id="586" r:id="rId13"/>
    <p:sldId id="587" r:id="rId14"/>
    <p:sldId id="435" r:id="rId15"/>
    <p:sldId id="602" r:id="rId16"/>
    <p:sldId id="588" r:id="rId17"/>
    <p:sldId id="593" r:id="rId18"/>
    <p:sldId id="590" r:id="rId19"/>
    <p:sldId id="594" r:id="rId20"/>
    <p:sldId id="591" r:id="rId21"/>
    <p:sldId id="595" r:id="rId22"/>
    <p:sldId id="592" r:id="rId23"/>
    <p:sldId id="596" r:id="rId24"/>
    <p:sldId id="597" r:id="rId25"/>
    <p:sldId id="598" r:id="rId26"/>
    <p:sldId id="294" r:id="rId27"/>
    <p:sldId id="296" r:id="rId28"/>
    <p:sldId id="298" r:id="rId29"/>
    <p:sldId id="263" r:id="rId30"/>
    <p:sldId id="264" r:id="rId31"/>
    <p:sldId id="265" r:id="rId32"/>
    <p:sldId id="287" r:id="rId33"/>
    <p:sldId id="267" r:id="rId34"/>
    <p:sldId id="599" r:id="rId35"/>
    <p:sldId id="308" r:id="rId36"/>
    <p:sldId id="277" r:id="rId37"/>
    <p:sldId id="257" r:id="rId38"/>
    <p:sldId id="274" r:id="rId39"/>
    <p:sldId id="279" r:id="rId40"/>
    <p:sldId id="278" r:id="rId41"/>
    <p:sldId id="275" r:id="rId42"/>
    <p:sldId id="280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FFCC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C4223-E01E-442B-92F8-5532ACCAA0EA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289F3B3-A57A-4898-81BC-2B9C4A757C23}">
      <dgm:prSet phldrT="[텍스트]"/>
      <dgm:spPr/>
      <dgm:t>
        <a:bodyPr/>
        <a:lstStyle/>
        <a:p>
          <a:pPr latinLnBrk="1"/>
          <a:r>
            <a:rPr lang="en-US" altLang="ko-KR" dirty="0"/>
            <a:t>Collection</a:t>
          </a:r>
          <a:endParaRPr lang="ko-KR" altLang="en-US" dirty="0"/>
        </a:p>
      </dgm:t>
    </dgm:pt>
    <dgm:pt modelId="{AF91D5F1-9F8B-45A8-B84D-5AB3CA358101}" type="parTrans" cxnId="{A5A29EA0-54ED-4B3F-9DD0-E8DE42E8E9A3}">
      <dgm:prSet/>
      <dgm:spPr/>
      <dgm:t>
        <a:bodyPr/>
        <a:lstStyle/>
        <a:p>
          <a:pPr latinLnBrk="1"/>
          <a:endParaRPr lang="ko-KR" altLang="en-US"/>
        </a:p>
      </dgm:t>
    </dgm:pt>
    <dgm:pt modelId="{7DCF9A7F-C1B6-4D3E-8650-4E3891AE4F2A}" type="sibTrans" cxnId="{A5A29EA0-54ED-4B3F-9DD0-E8DE42E8E9A3}">
      <dgm:prSet/>
      <dgm:spPr/>
      <dgm:t>
        <a:bodyPr/>
        <a:lstStyle/>
        <a:p>
          <a:pPr latinLnBrk="1"/>
          <a:endParaRPr lang="ko-KR" altLang="en-US"/>
        </a:p>
      </dgm:t>
    </dgm:pt>
    <dgm:pt modelId="{0E6E1C19-DEB0-4B44-A839-8ABE2FCCDFB8}">
      <dgm:prSet phldrT="[텍스트]"/>
      <dgm:spPr/>
      <dgm:t>
        <a:bodyPr/>
        <a:lstStyle/>
        <a:p>
          <a:pPr latinLnBrk="1"/>
          <a:r>
            <a:rPr lang="en-US" altLang="ko-KR" dirty="0"/>
            <a:t>Set</a:t>
          </a:r>
          <a:endParaRPr lang="ko-KR" altLang="en-US" dirty="0"/>
        </a:p>
      </dgm:t>
    </dgm:pt>
    <dgm:pt modelId="{897AD0B8-6593-42C6-8F54-8F07726E5A95}" type="parTrans" cxnId="{5B170FAB-EE95-48E2-A7EC-E9F54C6212C4}">
      <dgm:prSet/>
      <dgm:spPr/>
      <dgm:t>
        <a:bodyPr/>
        <a:lstStyle/>
        <a:p>
          <a:pPr latinLnBrk="1"/>
          <a:endParaRPr lang="ko-KR" altLang="en-US"/>
        </a:p>
      </dgm:t>
    </dgm:pt>
    <dgm:pt modelId="{D8C82E32-E3EE-41F7-9BF2-149EBF1E9352}" type="sibTrans" cxnId="{5B170FAB-EE95-48E2-A7EC-E9F54C6212C4}">
      <dgm:prSet/>
      <dgm:spPr/>
      <dgm:t>
        <a:bodyPr/>
        <a:lstStyle/>
        <a:p>
          <a:pPr latinLnBrk="1"/>
          <a:endParaRPr lang="ko-KR" altLang="en-US"/>
        </a:p>
      </dgm:t>
    </dgm:pt>
    <dgm:pt modelId="{4EFA16E9-7486-429F-99AE-AEDE7B74C9C7}">
      <dgm:prSet phldrT="[텍스트]"/>
      <dgm:spPr/>
      <dgm:t>
        <a:bodyPr/>
        <a:lstStyle/>
        <a:p>
          <a:pPr latinLnBrk="1"/>
          <a:r>
            <a:rPr lang="en-US" altLang="ko-KR" dirty="0"/>
            <a:t>List</a:t>
          </a:r>
          <a:endParaRPr lang="ko-KR" altLang="en-US" dirty="0"/>
        </a:p>
      </dgm:t>
    </dgm:pt>
    <dgm:pt modelId="{81636569-EAA7-48B0-933F-BA3DB1832134}" type="parTrans" cxnId="{407A3DCA-744C-45C8-B6C6-337C6FA2A924}">
      <dgm:prSet/>
      <dgm:spPr/>
      <dgm:t>
        <a:bodyPr/>
        <a:lstStyle/>
        <a:p>
          <a:pPr latinLnBrk="1"/>
          <a:endParaRPr lang="ko-KR" altLang="en-US"/>
        </a:p>
      </dgm:t>
    </dgm:pt>
    <dgm:pt modelId="{0852B6D6-B466-40C4-89F8-40A3BDE185A7}" type="sibTrans" cxnId="{407A3DCA-744C-45C8-B6C6-337C6FA2A924}">
      <dgm:prSet/>
      <dgm:spPr/>
      <dgm:t>
        <a:bodyPr/>
        <a:lstStyle/>
        <a:p>
          <a:pPr latinLnBrk="1"/>
          <a:endParaRPr lang="ko-KR" altLang="en-US"/>
        </a:p>
      </dgm:t>
    </dgm:pt>
    <dgm:pt modelId="{0AE39E6E-523C-4E58-8410-87909533E8E0}">
      <dgm:prSet phldrT="[텍스트]"/>
      <dgm:spPr/>
      <dgm:t>
        <a:bodyPr/>
        <a:lstStyle/>
        <a:p>
          <a:pPr latinLnBrk="1"/>
          <a:r>
            <a:rPr lang="en-US" altLang="ko-KR" dirty="0"/>
            <a:t>Queue</a:t>
          </a:r>
          <a:endParaRPr lang="ko-KR" altLang="en-US" dirty="0"/>
        </a:p>
      </dgm:t>
    </dgm:pt>
    <dgm:pt modelId="{961808E0-0398-4C2B-9A72-D81CA768F383}" type="parTrans" cxnId="{674E48B5-2BF8-4958-9EFB-9FBA13968500}">
      <dgm:prSet/>
      <dgm:spPr/>
      <dgm:t>
        <a:bodyPr/>
        <a:lstStyle/>
        <a:p>
          <a:pPr latinLnBrk="1"/>
          <a:endParaRPr lang="ko-KR" altLang="en-US"/>
        </a:p>
      </dgm:t>
    </dgm:pt>
    <dgm:pt modelId="{CCE51F73-F0FC-4B14-8C79-181195D99398}" type="sibTrans" cxnId="{674E48B5-2BF8-4958-9EFB-9FBA13968500}">
      <dgm:prSet/>
      <dgm:spPr/>
      <dgm:t>
        <a:bodyPr/>
        <a:lstStyle/>
        <a:p>
          <a:pPr latinLnBrk="1"/>
          <a:endParaRPr lang="ko-KR" altLang="en-US"/>
        </a:p>
      </dgm:t>
    </dgm:pt>
    <dgm:pt modelId="{FD9AAAF5-8B4A-4729-9839-9CFE70893E55}">
      <dgm:prSet phldrT="[텍스트]"/>
      <dgm:spPr/>
      <dgm:t>
        <a:bodyPr/>
        <a:lstStyle/>
        <a:p>
          <a:pPr latinLnBrk="1"/>
          <a:r>
            <a:rPr lang="en-US" altLang="ko-KR" dirty="0" err="1"/>
            <a:t>HashSet</a:t>
          </a:r>
          <a:endParaRPr lang="ko-KR" altLang="en-US" dirty="0"/>
        </a:p>
      </dgm:t>
    </dgm:pt>
    <dgm:pt modelId="{E77F73AE-EB36-460C-95DC-599C1F8297F8}" type="parTrans" cxnId="{B892EF20-BFDA-464A-815C-F3DDAE04A32E}">
      <dgm:prSet/>
      <dgm:spPr/>
      <dgm:t>
        <a:bodyPr/>
        <a:lstStyle/>
        <a:p>
          <a:pPr latinLnBrk="1"/>
          <a:endParaRPr lang="ko-KR" altLang="en-US"/>
        </a:p>
      </dgm:t>
    </dgm:pt>
    <dgm:pt modelId="{94C21955-1501-4671-A3B5-BA8D675E3839}" type="sibTrans" cxnId="{B892EF20-BFDA-464A-815C-F3DDAE04A32E}">
      <dgm:prSet/>
      <dgm:spPr/>
      <dgm:t>
        <a:bodyPr/>
        <a:lstStyle/>
        <a:p>
          <a:pPr latinLnBrk="1"/>
          <a:endParaRPr lang="ko-KR" altLang="en-US"/>
        </a:p>
      </dgm:t>
    </dgm:pt>
    <dgm:pt modelId="{FD917399-C40E-4B7C-B7EA-E50297544F42}">
      <dgm:prSet phldrT="[텍스트]"/>
      <dgm:spPr/>
      <dgm:t>
        <a:bodyPr/>
        <a:lstStyle/>
        <a:p>
          <a:pPr latinLnBrk="1"/>
          <a:r>
            <a:rPr lang="en-US" altLang="ko-KR" dirty="0" err="1"/>
            <a:t>TreeSet</a:t>
          </a:r>
          <a:endParaRPr lang="ko-KR" altLang="en-US" dirty="0"/>
        </a:p>
      </dgm:t>
    </dgm:pt>
    <dgm:pt modelId="{75890197-6DDC-432A-93F3-DFC1443CFE41}" type="parTrans" cxnId="{104EA04E-010A-405B-86B0-C63E4A83917F}">
      <dgm:prSet/>
      <dgm:spPr/>
      <dgm:t>
        <a:bodyPr/>
        <a:lstStyle/>
        <a:p>
          <a:pPr latinLnBrk="1"/>
          <a:endParaRPr lang="ko-KR" altLang="en-US"/>
        </a:p>
      </dgm:t>
    </dgm:pt>
    <dgm:pt modelId="{2FA57D02-49D9-4316-A879-3F02393C0D4D}" type="sibTrans" cxnId="{104EA04E-010A-405B-86B0-C63E4A83917F}">
      <dgm:prSet/>
      <dgm:spPr/>
      <dgm:t>
        <a:bodyPr/>
        <a:lstStyle/>
        <a:p>
          <a:pPr latinLnBrk="1"/>
          <a:endParaRPr lang="ko-KR" altLang="en-US"/>
        </a:p>
      </dgm:t>
    </dgm:pt>
    <dgm:pt modelId="{0DD22044-5CF2-4918-A31F-5A15B1C6F7F7}">
      <dgm:prSet phldrT="[텍스트]"/>
      <dgm:spPr/>
      <dgm:t>
        <a:bodyPr/>
        <a:lstStyle/>
        <a:p>
          <a:pPr latinLnBrk="1"/>
          <a:r>
            <a:rPr lang="en-US" altLang="ko-KR" dirty="0" err="1"/>
            <a:t>LinkedHashSet</a:t>
          </a:r>
          <a:endParaRPr lang="ko-KR" altLang="en-US" dirty="0"/>
        </a:p>
      </dgm:t>
    </dgm:pt>
    <dgm:pt modelId="{394BC9EF-7841-4EEC-B096-FEED616DB56F}" type="parTrans" cxnId="{5DA41382-A71B-40EF-9BF1-C189E45817E4}">
      <dgm:prSet/>
      <dgm:spPr/>
      <dgm:t>
        <a:bodyPr/>
        <a:lstStyle/>
        <a:p>
          <a:pPr latinLnBrk="1"/>
          <a:endParaRPr lang="ko-KR" altLang="en-US"/>
        </a:p>
      </dgm:t>
    </dgm:pt>
    <dgm:pt modelId="{16847EEF-77DA-44F6-A61B-B2ACDD15DDBD}" type="sibTrans" cxnId="{5DA41382-A71B-40EF-9BF1-C189E45817E4}">
      <dgm:prSet/>
      <dgm:spPr/>
      <dgm:t>
        <a:bodyPr/>
        <a:lstStyle/>
        <a:p>
          <a:pPr latinLnBrk="1"/>
          <a:endParaRPr lang="ko-KR" altLang="en-US"/>
        </a:p>
      </dgm:t>
    </dgm:pt>
    <dgm:pt modelId="{43682C2B-B057-46B1-9ED0-80D596DC7B09}">
      <dgm:prSet phldrT="[텍스트]"/>
      <dgm:spPr/>
      <dgm:t>
        <a:bodyPr/>
        <a:lstStyle/>
        <a:p>
          <a:pPr latinLnBrk="1"/>
          <a:r>
            <a:rPr lang="en-US" altLang="ko-KR" dirty="0" err="1"/>
            <a:t>ArrayList</a:t>
          </a:r>
          <a:endParaRPr lang="ko-KR" altLang="en-US" dirty="0"/>
        </a:p>
      </dgm:t>
    </dgm:pt>
    <dgm:pt modelId="{ED06A709-D6CA-40C8-8B82-3F69702D75F2}" type="parTrans" cxnId="{800F6FB5-6382-4074-9C9E-FEA66B265276}">
      <dgm:prSet/>
      <dgm:spPr/>
      <dgm:t>
        <a:bodyPr/>
        <a:lstStyle/>
        <a:p>
          <a:pPr latinLnBrk="1"/>
          <a:endParaRPr lang="ko-KR" altLang="en-US"/>
        </a:p>
      </dgm:t>
    </dgm:pt>
    <dgm:pt modelId="{744BF466-D0B5-4ECC-9C8A-4443905A41B1}" type="sibTrans" cxnId="{800F6FB5-6382-4074-9C9E-FEA66B265276}">
      <dgm:prSet/>
      <dgm:spPr/>
      <dgm:t>
        <a:bodyPr/>
        <a:lstStyle/>
        <a:p>
          <a:pPr latinLnBrk="1"/>
          <a:endParaRPr lang="ko-KR" altLang="en-US"/>
        </a:p>
      </dgm:t>
    </dgm:pt>
    <dgm:pt modelId="{D5602A28-7B17-41D8-A726-563EDC929AD0}">
      <dgm:prSet phldrT="[텍스트]"/>
      <dgm:spPr/>
      <dgm:t>
        <a:bodyPr/>
        <a:lstStyle/>
        <a:p>
          <a:pPr latinLnBrk="1"/>
          <a:r>
            <a:rPr lang="en-US" altLang="ko-KR" dirty="0"/>
            <a:t>Vector</a:t>
          </a:r>
          <a:endParaRPr lang="ko-KR" altLang="en-US" dirty="0"/>
        </a:p>
      </dgm:t>
    </dgm:pt>
    <dgm:pt modelId="{80AA787A-E957-49EF-B3E1-36916F6BE291}" type="parTrans" cxnId="{AF1D51B1-EFFB-411E-A9E9-25A1E6ECA23F}">
      <dgm:prSet/>
      <dgm:spPr/>
      <dgm:t>
        <a:bodyPr/>
        <a:lstStyle/>
        <a:p>
          <a:pPr latinLnBrk="1"/>
          <a:endParaRPr lang="ko-KR" altLang="en-US"/>
        </a:p>
      </dgm:t>
    </dgm:pt>
    <dgm:pt modelId="{B9FB1541-A8DD-4329-9FF2-77F5A1618310}" type="sibTrans" cxnId="{AF1D51B1-EFFB-411E-A9E9-25A1E6ECA23F}">
      <dgm:prSet/>
      <dgm:spPr/>
      <dgm:t>
        <a:bodyPr/>
        <a:lstStyle/>
        <a:p>
          <a:pPr latinLnBrk="1"/>
          <a:endParaRPr lang="ko-KR" altLang="en-US"/>
        </a:p>
      </dgm:t>
    </dgm:pt>
    <dgm:pt modelId="{49AA4F3B-CAFC-4CEA-A0E7-136A72A1FB49}">
      <dgm:prSet phldrT="[텍스트]"/>
      <dgm:spPr/>
      <dgm:t>
        <a:bodyPr/>
        <a:lstStyle/>
        <a:p>
          <a:pPr latinLnBrk="1"/>
          <a:r>
            <a:rPr lang="en-US" altLang="ko-KR" dirty="0" err="1"/>
            <a:t>LinkedList</a:t>
          </a:r>
          <a:endParaRPr lang="ko-KR" altLang="en-US" dirty="0"/>
        </a:p>
      </dgm:t>
    </dgm:pt>
    <dgm:pt modelId="{62883477-10D0-4D99-9AA4-44B510A4167E}" type="parTrans" cxnId="{E5C61D05-00F0-4384-9596-31965F1369EC}">
      <dgm:prSet/>
      <dgm:spPr/>
      <dgm:t>
        <a:bodyPr/>
        <a:lstStyle/>
        <a:p>
          <a:pPr latinLnBrk="1"/>
          <a:endParaRPr lang="ko-KR" altLang="en-US"/>
        </a:p>
      </dgm:t>
    </dgm:pt>
    <dgm:pt modelId="{3BDEF9F1-BAA3-4177-8B28-1A09904F8771}" type="sibTrans" cxnId="{E5C61D05-00F0-4384-9596-31965F1369EC}">
      <dgm:prSet/>
      <dgm:spPr/>
      <dgm:t>
        <a:bodyPr/>
        <a:lstStyle/>
        <a:p>
          <a:pPr latinLnBrk="1"/>
          <a:endParaRPr lang="ko-KR" altLang="en-US"/>
        </a:p>
      </dgm:t>
    </dgm:pt>
    <dgm:pt modelId="{BB2E3CA4-41B2-423B-B84A-E0511C615CAF}">
      <dgm:prSet phldrT="[텍스트]"/>
      <dgm:spPr/>
      <dgm:t>
        <a:bodyPr/>
        <a:lstStyle/>
        <a:p>
          <a:pPr latinLnBrk="1"/>
          <a:r>
            <a:rPr lang="en-US" altLang="ko-KR" dirty="0" err="1"/>
            <a:t>PriorityQueue</a:t>
          </a:r>
          <a:endParaRPr lang="ko-KR" altLang="en-US" dirty="0"/>
        </a:p>
      </dgm:t>
    </dgm:pt>
    <dgm:pt modelId="{3AF9C42A-8DA1-4B89-93AE-162F67DDFEBC}" type="parTrans" cxnId="{634A86EF-D84B-434F-A860-70896314E0C4}">
      <dgm:prSet/>
      <dgm:spPr/>
      <dgm:t>
        <a:bodyPr/>
        <a:lstStyle/>
        <a:p>
          <a:pPr latinLnBrk="1"/>
          <a:endParaRPr lang="ko-KR" altLang="en-US"/>
        </a:p>
      </dgm:t>
    </dgm:pt>
    <dgm:pt modelId="{4F88D54D-97A1-4600-8A97-16A9D81D5829}" type="sibTrans" cxnId="{634A86EF-D84B-434F-A860-70896314E0C4}">
      <dgm:prSet/>
      <dgm:spPr/>
      <dgm:t>
        <a:bodyPr/>
        <a:lstStyle/>
        <a:p>
          <a:pPr latinLnBrk="1"/>
          <a:endParaRPr lang="ko-KR" altLang="en-US"/>
        </a:p>
      </dgm:t>
    </dgm:pt>
    <dgm:pt modelId="{5806247B-C126-450D-97AE-1171FCBB3D48}" type="pres">
      <dgm:prSet presAssocID="{8EBC4223-E01E-442B-92F8-5532ACCAA0E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697F6E-836F-4F14-8043-943AA9E7EA81}" type="pres">
      <dgm:prSet presAssocID="{2289F3B3-A57A-4898-81BC-2B9C4A757C23}" presName="hierRoot1" presStyleCnt="0">
        <dgm:presLayoutVars>
          <dgm:hierBranch val="init"/>
        </dgm:presLayoutVars>
      </dgm:prSet>
      <dgm:spPr/>
    </dgm:pt>
    <dgm:pt modelId="{966CC5D3-1228-425E-A6D2-C868298D7278}" type="pres">
      <dgm:prSet presAssocID="{2289F3B3-A57A-4898-81BC-2B9C4A757C23}" presName="rootComposite1" presStyleCnt="0"/>
      <dgm:spPr/>
    </dgm:pt>
    <dgm:pt modelId="{369AC7BE-03D0-425D-927F-C555717B293A}" type="pres">
      <dgm:prSet presAssocID="{2289F3B3-A57A-4898-81BC-2B9C4A757C23}" presName="rootText1" presStyleLbl="node0" presStyleIdx="0" presStyleCnt="1" custLinFactNeighborX="-1147" custLinFactNeighborY="-8134">
        <dgm:presLayoutVars>
          <dgm:chPref val="3"/>
        </dgm:presLayoutVars>
      </dgm:prSet>
      <dgm:spPr/>
    </dgm:pt>
    <dgm:pt modelId="{CE3B9129-6240-480D-AA73-E6484E035991}" type="pres">
      <dgm:prSet presAssocID="{2289F3B3-A57A-4898-81BC-2B9C4A757C23}" presName="rootConnector1" presStyleLbl="node1" presStyleIdx="0" presStyleCnt="0"/>
      <dgm:spPr/>
    </dgm:pt>
    <dgm:pt modelId="{6F1FF773-4048-46A7-8463-20A44F38E2DD}" type="pres">
      <dgm:prSet presAssocID="{2289F3B3-A57A-4898-81BC-2B9C4A757C23}" presName="hierChild2" presStyleCnt="0"/>
      <dgm:spPr/>
    </dgm:pt>
    <dgm:pt modelId="{B7BA9CBA-A2B5-4F74-A930-8959D13A63F9}" type="pres">
      <dgm:prSet presAssocID="{897AD0B8-6593-42C6-8F54-8F07726E5A95}" presName="Name37" presStyleLbl="parChTrans1D2" presStyleIdx="0" presStyleCnt="3"/>
      <dgm:spPr/>
    </dgm:pt>
    <dgm:pt modelId="{A42D182E-A60B-4A80-8934-60AE6F1815C5}" type="pres">
      <dgm:prSet presAssocID="{0E6E1C19-DEB0-4B44-A839-8ABE2FCCDFB8}" presName="hierRoot2" presStyleCnt="0">
        <dgm:presLayoutVars>
          <dgm:hierBranch val="init"/>
        </dgm:presLayoutVars>
      </dgm:prSet>
      <dgm:spPr/>
    </dgm:pt>
    <dgm:pt modelId="{74BC4A3D-5A9B-45AF-BC4D-ECF576AAE888}" type="pres">
      <dgm:prSet presAssocID="{0E6E1C19-DEB0-4B44-A839-8ABE2FCCDFB8}" presName="rootComposite" presStyleCnt="0"/>
      <dgm:spPr/>
    </dgm:pt>
    <dgm:pt modelId="{2AA1060C-4A6F-4E1B-86DA-21E4C6D56A97}" type="pres">
      <dgm:prSet presAssocID="{0E6E1C19-DEB0-4B44-A839-8ABE2FCCDFB8}" presName="rootText" presStyleLbl="node2" presStyleIdx="0" presStyleCnt="3" custLinFactNeighborX="1832" custLinFactNeighborY="-9773">
        <dgm:presLayoutVars>
          <dgm:chPref val="3"/>
        </dgm:presLayoutVars>
      </dgm:prSet>
      <dgm:spPr/>
    </dgm:pt>
    <dgm:pt modelId="{37A59BF8-D853-49ED-BD90-528226863A7C}" type="pres">
      <dgm:prSet presAssocID="{0E6E1C19-DEB0-4B44-A839-8ABE2FCCDFB8}" presName="rootConnector" presStyleLbl="node2" presStyleIdx="0" presStyleCnt="3"/>
      <dgm:spPr/>
    </dgm:pt>
    <dgm:pt modelId="{F16FE608-DC95-478C-BCAC-75BC8CC75705}" type="pres">
      <dgm:prSet presAssocID="{0E6E1C19-DEB0-4B44-A839-8ABE2FCCDFB8}" presName="hierChild4" presStyleCnt="0"/>
      <dgm:spPr/>
    </dgm:pt>
    <dgm:pt modelId="{A8173E8A-4428-4AE4-9083-0DF1B0C6A054}" type="pres">
      <dgm:prSet presAssocID="{E77F73AE-EB36-460C-95DC-599C1F8297F8}" presName="Name37" presStyleLbl="parChTrans1D3" presStyleIdx="0" presStyleCnt="7"/>
      <dgm:spPr/>
    </dgm:pt>
    <dgm:pt modelId="{92465D53-6DB4-4677-AD5A-5B2125E89F4E}" type="pres">
      <dgm:prSet presAssocID="{FD9AAAF5-8B4A-4729-9839-9CFE70893E55}" presName="hierRoot2" presStyleCnt="0">
        <dgm:presLayoutVars>
          <dgm:hierBranch val="init"/>
        </dgm:presLayoutVars>
      </dgm:prSet>
      <dgm:spPr/>
    </dgm:pt>
    <dgm:pt modelId="{E91A9A80-61B0-4AC9-9B53-8988260B40F4}" type="pres">
      <dgm:prSet presAssocID="{FD9AAAF5-8B4A-4729-9839-9CFE70893E55}" presName="rootComposite" presStyleCnt="0"/>
      <dgm:spPr/>
    </dgm:pt>
    <dgm:pt modelId="{366305D3-3E26-4743-98A5-339306499BEC}" type="pres">
      <dgm:prSet presAssocID="{FD9AAAF5-8B4A-4729-9839-9CFE70893E55}" presName="rootText" presStyleLbl="node3" presStyleIdx="0" presStyleCnt="7">
        <dgm:presLayoutVars>
          <dgm:chPref val="3"/>
        </dgm:presLayoutVars>
      </dgm:prSet>
      <dgm:spPr/>
    </dgm:pt>
    <dgm:pt modelId="{146B256F-E847-47E3-8BBD-1C45E532F126}" type="pres">
      <dgm:prSet presAssocID="{FD9AAAF5-8B4A-4729-9839-9CFE70893E55}" presName="rootConnector" presStyleLbl="node3" presStyleIdx="0" presStyleCnt="7"/>
      <dgm:spPr/>
    </dgm:pt>
    <dgm:pt modelId="{57F7B4F4-ACE5-459B-B832-A2F97B5F44EE}" type="pres">
      <dgm:prSet presAssocID="{FD9AAAF5-8B4A-4729-9839-9CFE70893E55}" presName="hierChild4" presStyleCnt="0"/>
      <dgm:spPr/>
    </dgm:pt>
    <dgm:pt modelId="{13616E1C-6167-4D9A-A1B4-CBCA8728030A}" type="pres">
      <dgm:prSet presAssocID="{FD9AAAF5-8B4A-4729-9839-9CFE70893E55}" presName="hierChild5" presStyleCnt="0"/>
      <dgm:spPr/>
    </dgm:pt>
    <dgm:pt modelId="{143BBCF6-8DE9-4A20-A4D6-7ADEEB57EBCF}" type="pres">
      <dgm:prSet presAssocID="{394BC9EF-7841-4EEC-B096-FEED616DB56F}" presName="Name37" presStyleLbl="parChTrans1D3" presStyleIdx="1" presStyleCnt="7"/>
      <dgm:spPr/>
    </dgm:pt>
    <dgm:pt modelId="{CCD40B3B-626C-4AF9-8307-AEAFFE198469}" type="pres">
      <dgm:prSet presAssocID="{0DD22044-5CF2-4918-A31F-5A15B1C6F7F7}" presName="hierRoot2" presStyleCnt="0">
        <dgm:presLayoutVars>
          <dgm:hierBranch val="init"/>
        </dgm:presLayoutVars>
      </dgm:prSet>
      <dgm:spPr/>
    </dgm:pt>
    <dgm:pt modelId="{B5526720-E188-4B9F-85EA-BBDC4D4D1E66}" type="pres">
      <dgm:prSet presAssocID="{0DD22044-5CF2-4918-A31F-5A15B1C6F7F7}" presName="rootComposite" presStyleCnt="0"/>
      <dgm:spPr/>
    </dgm:pt>
    <dgm:pt modelId="{5B1D1720-2CCB-4AB1-9B6F-03F9998971E2}" type="pres">
      <dgm:prSet presAssocID="{0DD22044-5CF2-4918-A31F-5A15B1C6F7F7}" presName="rootText" presStyleLbl="node3" presStyleIdx="1" presStyleCnt="7">
        <dgm:presLayoutVars>
          <dgm:chPref val="3"/>
        </dgm:presLayoutVars>
      </dgm:prSet>
      <dgm:spPr/>
    </dgm:pt>
    <dgm:pt modelId="{35370335-B5D6-4ED1-9307-8070557BEDDF}" type="pres">
      <dgm:prSet presAssocID="{0DD22044-5CF2-4918-A31F-5A15B1C6F7F7}" presName="rootConnector" presStyleLbl="node3" presStyleIdx="1" presStyleCnt="7"/>
      <dgm:spPr/>
    </dgm:pt>
    <dgm:pt modelId="{4D4231BE-C193-47E8-9EDD-1142F92E258B}" type="pres">
      <dgm:prSet presAssocID="{0DD22044-5CF2-4918-A31F-5A15B1C6F7F7}" presName="hierChild4" presStyleCnt="0"/>
      <dgm:spPr/>
    </dgm:pt>
    <dgm:pt modelId="{8BB92FE2-044A-4BAD-A5B5-87316F794F11}" type="pres">
      <dgm:prSet presAssocID="{0DD22044-5CF2-4918-A31F-5A15B1C6F7F7}" presName="hierChild5" presStyleCnt="0"/>
      <dgm:spPr/>
    </dgm:pt>
    <dgm:pt modelId="{9C32C979-25C8-4309-BC96-42ED3C6316ED}" type="pres">
      <dgm:prSet presAssocID="{75890197-6DDC-432A-93F3-DFC1443CFE41}" presName="Name37" presStyleLbl="parChTrans1D3" presStyleIdx="2" presStyleCnt="7"/>
      <dgm:spPr/>
    </dgm:pt>
    <dgm:pt modelId="{4D4F449A-ED8A-4E26-9F90-D23C69F62ED3}" type="pres">
      <dgm:prSet presAssocID="{FD917399-C40E-4B7C-B7EA-E50297544F42}" presName="hierRoot2" presStyleCnt="0">
        <dgm:presLayoutVars>
          <dgm:hierBranch val="init"/>
        </dgm:presLayoutVars>
      </dgm:prSet>
      <dgm:spPr/>
    </dgm:pt>
    <dgm:pt modelId="{F869DE52-CED5-471E-8387-247ECFE0D08F}" type="pres">
      <dgm:prSet presAssocID="{FD917399-C40E-4B7C-B7EA-E50297544F42}" presName="rootComposite" presStyleCnt="0"/>
      <dgm:spPr/>
    </dgm:pt>
    <dgm:pt modelId="{F0B42389-EA8A-4C0B-97DA-5CF4BD71A5C7}" type="pres">
      <dgm:prSet presAssocID="{FD917399-C40E-4B7C-B7EA-E50297544F42}" presName="rootText" presStyleLbl="node3" presStyleIdx="2" presStyleCnt="7">
        <dgm:presLayoutVars>
          <dgm:chPref val="3"/>
        </dgm:presLayoutVars>
      </dgm:prSet>
      <dgm:spPr/>
    </dgm:pt>
    <dgm:pt modelId="{97C9D1B3-610A-447F-8915-6F3C2BE896DF}" type="pres">
      <dgm:prSet presAssocID="{FD917399-C40E-4B7C-B7EA-E50297544F42}" presName="rootConnector" presStyleLbl="node3" presStyleIdx="2" presStyleCnt="7"/>
      <dgm:spPr/>
    </dgm:pt>
    <dgm:pt modelId="{EFC45E4D-626C-4FBF-9EF2-0D678E3D5506}" type="pres">
      <dgm:prSet presAssocID="{FD917399-C40E-4B7C-B7EA-E50297544F42}" presName="hierChild4" presStyleCnt="0"/>
      <dgm:spPr/>
    </dgm:pt>
    <dgm:pt modelId="{AE466E9D-63A5-43A5-A6C5-6520DD87AFF3}" type="pres">
      <dgm:prSet presAssocID="{FD917399-C40E-4B7C-B7EA-E50297544F42}" presName="hierChild5" presStyleCnt="0"/>
      <dgm:spPr/>
    </dgm:pt>
    <dgm:pt modelId="{C032A7AD-06AA-4C1B-BC3A-8381DA8BD518}" type="pres">
      <dgm:prSet presAssocID="{0E6E1C19-DEB0-4B44-A839-8ABE2FCCDFB8}" presName="hierChild5" presStyleCnt="0"/>
      <dgm:spPr/>
    </dgm:pt>
    <dgm:pt modelId="{3401979F-BF98-45C4-B3B0-7FDC59607276}" type="pres">
      <dgm:prSet presAssocID="{81636569-EAA7-48B0-933F-BA3DB1832134}" presName="Name37" presStyleLbl="parChTrans1D2" presStyleIdx="1" presStyleCnt="3"/>
      <dgm:spPr/>
    </dgm:pt>
    <dgm:pt modelId="{D3795DE4-3520-478E-A22B-6BCCBD9FBD79}" type="pres">
      <dgm:prSet presAssocID="{4EFA16E9-7486-429F-99AE-AEDE7B74C9C7}" presName="hierRoot2" presStyleCnt="0">
        <dgm:presLayoutVars>
          <dgm:hierBranch val="init"/>
        </dgm:presLayoutVars>
      </dgm:prSet>
      <dgm:spPr/>
    </dgm:pt>
    <dgm:pt modelId="{FC6B04FB-CA3E-41CF-A1F5-D0DA44FF5E4F}" type="pres">
      <dgm:prSet presAssocID="{4EFA16E9-7486-429F-99AE-AEDE7B74C9C7}" presName="rootComposite" presStyleCnt="0"/>
      <dgm:spPr/>
    </dgm:pt>
    <dgm:pt modelId="{C93A2F52-52DF-437C-9710-64F97A114804}" type="pres">
      <dgm:prSet presAssocID="{4EFA16E9-7486-429F-99AE-AEDE7B74C9C7}" presName="rootText" presStyleLbl="node2" presStyleIdx="1" presStyleCnt="3">
        <dgm:presLayoutVars>
          <dgm:chPref val="3"/>
        </dgm:presLayoutVars>
      </dgm:prSet>
      <dgm:spPr/>
    </dgm:pt>
    <dgm:pt modelId="{A75E299A-1D24-45E6-B4D8-4907C19E7D77}" type="pres">
      <dgm:prSet presAssocID="{4EFA16E9-7486-429F-99AE-AEDE7B74C9C7}" presName="rootConnector" presStyleLbl="node2" presStyleIdx="1" presStyleCnt="3"/>
      <dgm:spPr/>
    </dgm:pt>
    <dgm:pt modelId="{D164982F-9CB6-46DE-8571-E72EF7783017}" type="pres">
      <dgm:prSet presAssocID="{4EFA16E9-7486-429F-99AE-AEDE7B74C9C7}" presName="hierChild4" presStyleCnt="0"/>
      <dgm:spPr/>
    </dgm:pt>
    <dgm:pt modelId="{19D9E8D1-1B72-4206-A1B0-0E15053021A4}" type="pres">
      <dgm:prSet presAssocID="{ED06A709-D6CA-40C8-8B82-3F69702D75F2}" presName="Name37" presStyleLbl="parChTrans1D3" presStyleIdx="3" presStyleCnt="7"/>
      <dgm:spPr/>
    </dgm:pt>
    <dgm:pt modelId="{4D4333FC-4531-47E2-97B4-800936209E79}" type="pres">
      <dgm:prSet presAssocID="{43682C2B-B057-46B1-9ED0-80D596DC7B09}" presName="hierRoot2" presStyleCnt="0">
        <dgm:presLayoutVars>
          <dgm:hierBranch val="init"/>
        </dgm:presLayoutVars>
      </dgm:prSet>
      <dgm:spPr/>
    </dgm:pt>
    <dgm:pt modelId="{D3F35E0E-BA1E-462B-A406-C7F5F6EF2738}" type="pres">
      <dgm:prSet presAssocID="{43682C2B-B057-46B1-9ED0-80D596DC7B09}" presName="rootComposite" presStyleCnt="0"/>
      <dgm:spPr/>
    </dgm:pt>
    <dgm:pt modelId="{666D519D-66F1-47C5-AFD7-DD591E4E6176}" type="pres">
      <dgm:prSet presAssocID="{43682C2B-B057-46B1-9ED0-80D596DC7B09}" presName="rootText" presStyleLbl="node3" presStyleIdx="3" presStyleCnt="7">
        <dgm:presLayoutVars>
          <dgm:chPref val="3"/>
        </dgm:presLayoutVars>
      </dgm:prSet>
      <dgm:spPr/>
    </dgm:pt>
    <dgm:pt modelId="{438CF114-BF06-40E2-A822-29B51AEA2A4B}" type="pres">
      <dgm:prSet presAssocID="{43682C2B-B057-46B1-9ED0-80D596DC7B09}" presName="rootConnector" presStyleLbl="node3" presStyleIdx="3" presStyleCnt="7"/>
      <dgm:spPr/>
    </dgm:pt>
    <dgm:pt modelId="{E320B6D3-CCEA-44C3-AB59-0A2B4B076639}" type="pres">
      <dgm:prSet presAssocID="{43682C2B-B057-46B1-9ED0-80D596DC7B09}" presName="hierChild4" presStyleCnt="0"/>
      <dgm:spPr/>
    </dgm:pt>
    <dgm:pt modelId="{FDA1D550-372F-45C9-9099-8924EBF45BFA}" type="pres">
      <dgm:prSet presAssocID="{43682C2B-B057-46B1-9ED0-80D596DC7B09}" presName="hierChild5" presStyleCnt="0"/>
      <dgm:spPr/>
    </dgm:pt>
    <dgm:pt modelId="{B9BB6813-2886-40B5-AD81-6484798E8EC6}" type="pres">
      <dgm:prSet presAssocID="{80AA787A-E957-49EF-B3E1-36916F6BE291}" presName="Name37" presStyleLbl="parChTrans1D3" presStyleIdx="4" presStyleCnt="7"/>
      <dgm:spPr/>
    </dgm:pt>
    <dgm:pt modelId="{BBB94A95-5A1C-4363-B8B4-9565B222F168}" type="pres">
      <dgm:prSet presAssocID="{D5602A28-7B17-41D8-A726-563EDC929AD0}" presName="hierRoot2" presStyleCnt="0">
        <dgm:presLayoutVars>
          <dgm:hierBranch val="init"/>
        </dgm:presLayoutVars>
      </dgm:prSet>
      <dgm:spPr/>
    </dgm:pt>
    <dgm:pt modelId="{CE07E843-2B09-49FE-95A7-3F6A9CCEA683}" type="pres">
      <dgm:prSet presAssocID="{D5602A28-7B17-41D8-A726-563EDC929AD0}" presName="rootComposite" presStyleCnt="0"/>
      <dgm:spPr/>
    </dgm:pt>
    <dgm:pt modelId="{E7FFE6EC-5519-4A57-8ACF-34E5184504CC}" type="pres">
      <dgm:prSet presAssocID="{D5602A28-7B17-41D8-A726-563EDC929AD0}" presName="rootText" presStyleLbl="node3" presStyleIdx="4" presStyleCnt="7" custLinFactNeighborX="-2011">
        <dgm:presLayoutVars>
          <dgm:chPref val="3"/>
        </dgm:presLayoutVars>
      </dgm:prSet>
      <dgm:spPr/>
    </dgm:pt>
    <dgm:pt modelId="{AF08BC09-7790-44EC-BEBE-1AE09A96ACE5}" type="pres">
      <dgm:prSet presAssocID="{D5602A28-7B17-41D8-A726-563EDC929AD0}" presName="rootConnector" presStyleLbl="node3" presStyleIdx="4" presStyleCnt="7"/>
      <dgm:spPr/>
    </dgm:pt>
    <dgm:pt modelId="{AF5DB17A-BD19-447D-BD40-A08F0933854F}" type="pres">
      <dgm:prSet presAssocID="{D5602A28-7B17-41D8-A726-563EDC929AD0}" presName="hierChild4" presStyleCnt="0"/>
      <dgm:spPr/>
    </dgm:pt>
    <dgm:pt modelId="{DEDA3CEE-A296-4A05-8C59-A88453F4A440}" type="pres">
      <dgm:prSet presAssocID="{D5602A28-7B17-41D8-A726-563EDC929AD0}" presName="hierChild5" presStyleCnt="0"/>
      <dgm:spPr/>
    </dgm:pt>
    <dgm:pt modelId="{AC6FE02D-2803-48C7-A371-F8888E86138E}" type="pres">
      <dgm:prSet presAssocID="{62883477-10D0-4D99-9AA4-44B510A4167E}" presName="Name37" presStyleLbl="parChTrans1D3" presStyleIdx="5" presStyleCnt="7"/>
      <dgm:spPr/>
    </dgm:pt>
    <dgm:pt modelId="{9DDC83A3-DA2A-467C-A4D3-448EC1BE1015}" type="pres">
      <dgm:prSet presAssocID="{49AA4F3B-CAFC-4CEA-A0E7-136A72A1FB49}" presName="hierRoot2" presStyleCnt="0">
        <dgm:presLayoutVars>
          <dgm:hierBranch val="init"/>
        </dgm:presLayoutVars>
      </dgm:prSet>
      <dgm:spPr/>
    </dgm:pt>
    <dgm:pt modelId="{88F39FE4-8671-4731-88E3-5F4768A0D8F2}" type="pres">
      <dgm:prSet presAssocID="{49AA4F3B-CAFC-4CEA-A0E7-136A72A1FB49}" presName="rootComposite" presStyleCnt="0"/>
      <dgm:spPr/>
    </dgm:pt>
    <dgm:pt modelId="{5F737427-4670-4401-80F1-7AD842B3B69F}" type="pres">
      <dgm:prSet presAssocID="{49AA4F3B-CAFC-4CEA-A0E7-136A72A1FB49}" presName="rootText" presStyleLbl="node3" presStyleIdx="5" presStyleCnt="7">
        <dgm:presLayoutVars>
          <dgm:chPref val="3"/>
        </dgm:presLayoutVars>
      </dgm:prSet>
      <dgm:spPr/>
    </dgm:pt>
    <dgm:pt modelId="{D43B3252-E228-49BC-B237-8280698C5430}" type="pres">
      <dgm:prSet presAssocID="{49AA4F3B-CAFC-4CEA-A0E7-136A72A1FB49}" presName="rootConnector" presStyleLbl="node3" presStyleIdx="5" presStyleCnt="7"/>
      <dgm:spPr/>
    </dgm:pt>
    <dgm:pt modelId="{95502758-A96A-4424-841E-A7A465FB126A}" type="pres">
      <dgm:prSet presAssocID="{49AA4F3B-CAFC-4CEA-A0E7-136A72A1FB49}" presName="hierChild4" presStyleCnt="0"/>
      <dgm:spPr/>
    </dgm:pt>
    <dgm:pt modelId="{111E80E6-2316-467F-8E09-7C38185711EA}" type="pres">
      <dgm:prSet presAssocID="{49AA4F3B-CAFC-4CEA-A0E7-136A72A1FB49}" presName="hierChild5" presStyleCnt="0"/>
      <dgm:spPr/>
    </dgm:pt>
    <dgm:pt modelId="{17E4322A-5512-48C3-84DB-708BBE6CAC16}" type="pres">
      <dgm:prSet presAssocID="{4EFA16E9-7486-429F-99AE-AEDE7B74C9C7}" presName="hierChild5" presStyleCnt="0"/>
      <dgm:spPr/>
    </dgm:pt>
    <dgm:pt modelId="{85D18D0B-C015-43EA-B825-ECE646E4610F}" type="pres">
      <dgm:prSet presAssocID="{961808E0-0398-4C2B-9A72-D81CA768F383}" presName="Name37" presStyleLbl="parChTrans1D2" presStyleIdx="2" presStyleCnt="3"/>
      <dgm:spPr/>
    </dgm:pt>
    <dgm:pt modelId="{05C028B9-9B15-4680-9128-A07E0071650B}" type="pres">
      <dgm:prSet presAssocID="{0AE39E6E-523C-4E58-8410-87909533E8E0}" presName="hierRoot2" presStyleCnt="0">
        <dgm:presLayoutVars>
          <dgm:hierBranch val="init"/>
        </dgm:presLayoutVars>
      </dgm:prSet>
      <dgm:spPr/>
    </dgm:pt>
    <dgm:pt modelId="{2CEDE8A3-1FC9-4C94-AEB6-B04A99765116}" type="pres">
      <dgm:prSet presAssocID="{0AE39E6E-523C-4E58-8410-87909533E8E0}" presName="rootComposite" presStyleCnt="0"/>
      <dgm:spPr/>
    </dgm:pt>
    <dgm:pt modelId="{34B64A27-A688-4F38-B1E1-AC656EFB4D8C}" type="pres">
      <dgm:prSet presAssocID="{0AE39E6E-523C-4E58-8410-87909533E8E0}" presName="rootText" presStyleLbl="node2" presStyleIdx="2" presStyleCnt="3">
        <dgm:presLayoutVars>
          <dgm:chPref val="3"/>
        </dgm:presLayoutVars>
      </dgm:prSet>
      <dgm:spPr/>
    </dgm:pt>
    <dgm:pt modelId="{FAFFA719-7C9E-4A60-A9E5-CFD169448248}" type="pres">
      <dgm:prSet presAssocID="{0AE39E6E-523C-4E58-8410-87909533E8E0}" presName="rootConnector" presStyleLbl="node2" presStyleIdx="2" presStyleCnt="3"/>
      <dgm:spPr/>
    </dgm:pt>
    <dgm:pt modelId="{F55DC086-E3A1-433F-81EA-4F3BD7E9A016}" type="pres">
      <dgm:prSet presAssocID="{0AE39E6E-523C-4E58-8410-87909533E8E0}" presName="hierChild4" presStyleCnt="0"/>
      <dgm:spPr/>
    </dgm:pt>
    <dgm:pt modelId="{854CFE04-EFCA-4B01-BEA3-EA0F94C4C247}" type="pres">
      <dgm:prSet presAssocID="{3AF9C42A-8DA1-4B89-93AE-162F67DDFEBC}" presName="Name37" presStyleLbl="parChTrans1D3" presStyleIdx="6" presStyleCnt="7"/>
      <dgm:spPr/>
    </dgm:pt>
    <dgm:pt modelId="{A9639733-514D-42FE-82E4-BC28796597C4}" type="pres">
      <dgm:prSet presAssocID="{BB2E3CA4-41B2-423B-B84A-E0511C615CAF}" presName="hierRoot2" presStyleCnt="0">
        <dgm:presLayoutVars>
          <dgm:hierBranch val="init"/>
        </dgm:presLayoutVars>
      </dgm:prSet>
      <dgm:spPr/>
    </dgm:pt>
    <dgm:pt modelId="{FBB1DD65-B413-4E6E-A9C4-5013A87F2EBE}" type="pres">
      <dgm:prSet presAssocID="{BB2E3CA4-41B2-423B-B84A-E0511C615CAF}" presName="rootComposite" presStyleCnt="0"/>
      <dgm:spPr/>
    </dgm:pt>
    <dgm:pt modelId="{8BFA4727-F5DE-4660-9FB4-1494504572C4}" type="pres">
      <dgm:prSet presAssocID="{BB2E3CA4-41B2-423B-B84A-E0511C615CAF}" presName="rootText" presStyleLbl="node3" presStyleIdx="6" presStyleCnt="7">
        <dgm:presLayoutVars>
          <dgm:chPref val="3"/>
        </dgm:presLayoutVars>
      </dgm:prSet>
      <dgm:spPr/>
    </dgm:pt>
    <dgm:pt modelId="{9A5F40C9-6539-4C06-BD10-32D9F33A5DE9}" type="pres">
      <dgm:prSet presAssocID="{BB2E3CA4-41B2-423B-B84A-E0511C615CAF}" presName="rootConnector" presStyleLbl="node3" presStyleIdx="6" presStyleCnt="7"/>
      <dgm:spPr/>
    </dgm:pt>
    <dgm:pt modelId="{218AC6BF-0646-48E3-AB63-8C7EF34F4BE0}" type="pres">
      <dgm:prSet presAssocID="{BB2E3CA4-41B2-423B-B84A-E0511C615CAF}" presName="hierChild4" presStyleCnt="0"/>
      <dgm:spPr/>
    </dgm:pt>
    <dgm:pt modelId="{FB5F7FB7-428D-452F-8ED4-009E04EEA3C7}" type="pres">
      <dgm:prSet presAssocID="{BB2E3CA4-41B2-423B-B84A-E0511C615CAF}" presName="hierChild5" presStyleCnt="0"/>
      <dgm:spPr/>
    </dgm:pt>
    <dgm:pt modelId="{B707C4C7-3A61-4608-A72E-F9EEFA3F2763}" type="pres">
      <dgm:prSet presAssocID="{0AE39E6E-523C-4E58-8410-87909533E8E0}" presName="hierChild5" presStyleCnt="0"/>
      <dgm:spPr/>
    </dgm:pt>
    <dgm:pt modelId="{95A19D7A-5F19-4E0A-8373-81EFCCB0B571}" type="pres">
      <dgm:prSet presAssocID="{2289F3B3-A57A-4898-81BC-2B9C4A757C23}" presName="hierChild3" presStyleCnt="0"/>
      <dgm:spPr/>
    </dgm:pt>
  </dgm:ptLst>
  <dgm:cxnLst>
    <dgm:cxn modelId="{356F5F00-154E-4511-BFA4-D69E5B3F0699}" type="presOf" srcId="{4EFA16E9-7486-429F-99AE-AEDE7B74C9C7}" destId="{C93A2F52-52DF-437C-9710-64F97A114804}" srcOrd="0" destOrd="0" presId="urn:microsoft.com/office/officeart/2005/8/layout/orgChart1"/>
    <dgm:cxn modelId="{B75EBC01-B3AD-4702-9987-DFB33CC4D553}" type="presOf" srcId="{D5602A28-7B17-41D8-A726-563EDC929AD0}" destId="{AF08BC09-7790-44EC-BEBE-1AE09A96ACE5}" srcOrd="1" destOrd="0" presId="urn:microsoft.com/office/officeart/2005/8/layout/orgChart1"/>
    <dgm:cxn modelId="{B4D26902-2AE3-48C3-8308-96F5A2C936D6}" type="presOf" srcId="{BB2E3CA4-41B2-423B-B84A-E0511C615CAF}" destId="{9A5F40C9-6539-4C06-BD10-32D9F33A5DE9}" srcOrd="1" destOrd="0" presId="urn:microsoft.com/office/officeart/2005/8/layout/orgChart1"/>
    <dgm:cxn modelId="{E5C61D05-00F0-4384-9596-31965F1369EC}" srcId="{4EFA16E9-7486-429F-99AE-AEDE7B74C9C7}" destId="{49AA4F3B-CAFC-4CEA-A0E7-136A72A1FB49}" srcOrd="2" destOrd="0" parTransId="{62883477-10D0-4D99-9AA4-44B510A4167E}" sibTransId="{3BDEF9F1-BAA3-4177-8B28-1A09904F8771}"/>
    <dgm:cxn modelId="{AF0B1213-2D9F-4CFA-97D6-C691DAE9A496}" type="presOf" srcId="{0DD22044-5CF2-4918-A31F-5A15B1C6F7F7}" destId="{5B1D1720-2CCB-4AB1-9B6F-03F9998971E2}" srcOrd="0" destOrd="0" presId="urn:microsoft.com/office/officeart/2005/8/layout/orgChart1"/>
    <dgm:cxn modelId="{B892EF20-BFDA-464A-815C-F3DDAE04A32E}" srcId="{0E6E1C19-DEB0-4B44-A839-8ABE2FCCDFB8}" destId="{FD9AAAF5-8B4A-4729-9839-9CFE70893E55}" srcOrd="0" destOrd="0" parTransId="{E77F73AE-EB36-460C-95DC-599C1F8297F8}" sibTransId="{94C21955-1501-4671-A3B5-BA8D675E3839}"/>
    <dgm:cxn modelId="{4A13D823-6818-4C5D-A904-F7EE02897441}" type="presOf" srcId="{0AE39E6E-523C-4E58-8410-87909533E8E0}" destId="{FAFFA719-7C9E-4A60-A9E5-CFD169448248}" srcOrd="1" destOrd="0" presId="urn:microsoft.com/office/officeart/2005/8/layout/orgChart1"/>
    <dgm:cxn modelId="{8CD94728-77A4-41CE-8DE5-776810EB79D3}" type="presOf" srcId="{0AE39E6E-523C-4E58-8410-87909533E8E0}" destId="{34B64A27-A688-4F38-B1E1-AC656EFB4D8C}" srcOrd="0" destOrd="0" presId="urn:microsoft.com/office/officeart/2005/8/layout/orgChart1"/>
    <dgm:cxn modelId="{6801365E-0F52-49E9-8B7B-C76594E7C842}" type="presOf" srcId="{D5602A28-7B17-41D8-A726-563EDC929AD0}" destId="{E7FFE6EC-5519-4A57-8ACF-34E5184504CC}" srcOrd="0" destOrd="0" presId="urn:microsoft.com/office/officeart/2005/8/layout/orgChart1"/>
    <dgm:cxn modelId="{445F8A43-656D-4738-B05B-D7D80EFCA470}" type="presOf" srcId="{43682C2B-B057-46B1-9ED0-80D596DC7B09}" destId="{666D519D-66F1-47C5-AFD7-DD591E4E6176}" srcOrd="0" destOrd="0" presId="urn:microsoft.com/office/officeart/2005/8/layout/orgChart1"/>
    <dgm:cxn modelId="{9E1E3464-6F4E-4FB9-B4B0-874770CBEA0A}" type="presOf" srcId="{2289F3B3-A57A-4898-81BC-2B9C4A757C23}" destId="{369AC7BE-03D0-425D-927F-C555717B293A}" srcOrd="0" destOrd="0" presId="urn:microsoft.com/office/officeart/2005/8/layout/orgChart1"/>
    <dgm:cxn modelId="{80FD2E45-7D28-450F-AE85-3E58B4306EB1}" type="presOf" srcId="{2289F3B3-A57A-4898-81BC-2B9C4A757C23}" destId="{CE3B9129-6240-480D-AA73-E6484E035991}" srcOrd="1" destOrd="0" presId="urn:microsoft.com/office/officeart/2005/8/layout/orgChart1"/>
    <dgm:cxn modelId="{104EA04E-010A-405B-86B0-C63E4A83917F}" srcId="{0E6E1C19-DEB0-4B44-A839-8ABE2FCCDFB8}" destId="{FD917399-C40E-4B7C-B7EA-E50297544F42}" srcOrd="2" destOrd="0" parTransId="{75890197-6DDC-432A-93F3-DFC1443CFE41}" sibTransId="{2FA57D02-49D9-4316-A879-3F02393C0D4D}"/>
    <dgm:cxn modelId="{EF7C2870-785A-4DD8-9CC4-DC7F025CD18C}" type="presOf" srcId="{961808E0-0398-4C2B-9A72-D81CA768F383}" destId="{85D18D0B-C015-43EA-B825-ECE646E4610F}" srcOrd="0" destOrd="0" presId="urn:microsoft.com/office/officeart/2005/8/layout/orgChart1"/>
    <dgm:cxn modelId="{F541B051-16A4-4F29-8F71-DD9C64308F9E}" type="presOf" srcId="{E77F73AE-EB36-460C-95DC-599C1F8297F8}" destId="{A8173E8A-4428-4AE4-9083-0DF1B0C6A054}" srcOrd="0" destOrd="0" presId="urn:microsoft.com/office/officeart/2005/8/layout/orgChart1"/>
    <dgm:cxn modelId="{39059653-C7E3-4297-85A5-CC0201775081}" type="presOf" srcId="{FD9AAAF5-8B4A-4729-9839-9CFE70893E55}" destId="{366305D3-3E26-4743-98A5-339306499BEC}" srcOrd="0" destOrd="0" presId="urn:microsoft.com/office/officeart/2005/8/layout/orgChart1"/>
    <dgm:cxn modelId="{B6D32674-2138-4CB6-8E81-C8191EF79E01}" type="presOf" srcId="{8EBC4223-E01E-442B-92F8-5532ACCAA0EA}" destId="{5806247B-C126-450D-97AE-1171FCBB3D48}" srcOrd="0" destOrd="0" presId="urn:microsoft.com/office/officeart/2005/8/layout/orgChart1"/>
    <dgm:cxn modelId="{03B07477-87F8-40A3-BF79-26325FB58EF3}" type="presOf" srcId="{0DD22044-5CF2-4918-A31F-5A15B1C6F7F7}" destId="{35370335-B5D6-4ED1-9307-8070557BEDDF}" srcOrd="1" destOrd="0" presId="urn:microsoft.com/office/officeart/2005/8/layout/orgChart1"/>
    <dgm:cxn modelId="{0D79C680-C864-404E-96A5-125996265572}" type="presOf" srcId="{81636569-EAA7-48B0-933F-BA3DB1832134}" destId="{3401979F-BF98-45C4-B3B0-7FDC59607276}" srcOrd="0" destOrd="0" presId="urn:microsoft.com/office/officeart/2005/8/layout/orgChart1"/>
    <dgm:cxn modelId="{5DA41382-A71B-40EF-9BF1-C189E45817E4}" srcId="{0E6E1C19-DEB0-4B44-A839-8ABE2FCCDFB8}" destId="{0DD22044-5CF2-4918-A31F-5A15B1C6F7F7}" srcOrd="1" destOrd="0" parTransId="{394BC9EF-7841-4EEC-B096-FEED616DB56F}" sibTransId="{16847EEF-77DA-44F6-A61B-B2ACDD15DDBD}"/>
    <dgm:cxn modelId="{EA2DC18C-6F07-437B-8B59-60455E422701}" type="presOf" srcId="{BB2E3CA4-41B2-423B-B84A-E0511C615CAF}" destId="{8BFA4727-F5DE-4660-9FB4-1494504572C4}" srcOrd="0" destOrd="0" presId="urn:microsoft.com/office/officeart/2005/8/layout/orgChart1"/>
    <dgm:cxn modelId="{05E3248F-3508-455D-9420-6B5085851B55}" type="presOf" srcId="{897AD0B8-6593-42C6-8F54-8F07726E5A95}" destId="{B7BA9CBA-A2B5-4F74-A930-8959D13A63F9}" srcOrd="0" destOrd="0" presId="urn:microsoft.com/office/officeart/2005/8/layout/orgChart1"/>
    <dgm:cxn modelId="{A5A29EA0-54ED-4B3F-9DD0-E8DE42E8E9A3}" srcId="{8EBC4223-E01E-442B-92F8-5532ACCAA0EA}" destId="{2289F3B3-A57A-4898-81BC-2B9C4A757C23}" srcOrd="0" destOrd="0" parTransId="{AF91D5F1-9F8B-45A8-B84D-5AB3CA358101}" sibTransId="{7DCF9A7F-C1B6-4D3E-8650-4E3891AE4F2A}"/>
    <dgm:cxn modelId="{39951BA6-D6EF-4171-BE1D-7A1124A47839}" type="presOf" srcId="{4EFA16E9-7486-429F-99AE-AEDE7B74C9C7}" destId="{A75E299A-1D24-45E6-B4D8-4907C19E7D77}" srcOrd="1" destOrd="0" presId="urn:microsoft.com/office/officeart/2005/8/layout/orgChart1"/>
    <dgm:cxn modelId="{5B170FAB-EE95-48E2-A7EC-E9F54C6212C4}" srcId="{2289F3B3-A57A-4898-81BC-2B9C4A757C23}" destId="{0E6E1C19-DEB0-4B44-A839-8ABE2FCCDFB8}" srcOrd="0" destOrd="0" parTransId="{897AD0B8-6593-42C6-8F54-8F07726E5A95}" sibTransId="{D8C82E32-E3EE-41F7-9BF2-149EBF1E9352}"/>
    <dgm:cxn modelId="{AF1D51B1-EFFB-411E-A9E9-25A1E6ECA23F}" srcId="{4EFA16E9-7486-429F-99AE-AEDE7B74C9C7}" destId="{D5602A28-7B17-41D8-A726-563EDC929AD0}" srcOrd="1" destOrd="0" parTransId="{80AA787A-E957-49EF-B3E1-36916F6BE291}" sibTransId="{B9FB1541-A8DD-4329-9FF2-77F5A1618310}"/>
    <dgm:cxn modelId="{CDDC01B2-4D65-4C48-A98E-837DAD6DC574}" type="presOf" srcId="{49AA4F3B-CAFC-4CEA-A0E7-136A72A1FB49}" destId="{D43B3252-E228-49BC-B237-8280698C5430}" srcOrd="1" destOrd="0" presId="urn:microsoft.com/office/officeart/2005/8/layout/orgChart1"/>
    <dgm:cxn modelId="{674E48B5-2BF8-4958-9EFB-9FBA13968500}" srcId="{2289F3B3-A57A-4898-81BC-2B9C4A757C23}" destId="{0AE39E6E-523C-4E58-8410-87909533E8E0}" srcOrd="2" destOrd="0" parTransId="{961808E0-0398-4C2B-9A72-D81CA768F383}" sibTransId="{CCE51F73-F0FC-4B14-8C79-181195D99398}"/>
    <dgm:cxn modelId="{800F6FB5-6382-4074-9C9E-FEA66B265276}" srcId="{4EFA16E9-7486-429F-99AE-AEDE7B74C9C7}" destId="{43682C2B-B057-46B1-9ED0-80D596DC7B09}" srcOrd="0" destOrd="0" parTransId="{ED06A709-D6CA-40C8-8B82-3F69702D75F2}" sibTransId="{744BF466-D0B5-4ECC-9C8A-4443905A41B1}"/>
    <dgm:cxn modelId="{319211BD-B963-40EE-B5D5-12D4F152F267}" type="presOf" srcId="{ED06A709-D6CA-40C8-8B82-3F69702D75F2}" destId="{19D9E8D1-1B72-4206-A1B0-0E15053021A4}" srcOrd="0" destOrd="0" presId="urn:microsoft.com/office/officeart/2005/8/layout/orgChart1"/>
    <dgm:cxn modelId="{ABF1EAC3-5328-4FB7-8FD9-5D185D620BEC}" type="presOf" srcId="{75890197-6DDC-432A-93F3-DFC1443CFE41}" destId="{9C32C979-25C8-4309-BC96-42ED3C6316ED}" srcOrd="0" destOrd="0" presId="urn:microsoft.com/office/officeart/2005/8/layout/orgChart1"/>
    <dgm:cxn modelId="{C254E3C9-F51F-4E68-9A05-1396219E3EAC}" type="presOf" srcId="{FD917399-C40E-4B7C-B7EA-E50297544F42}" destId="{97C9D1B3-610A-447F-8915-6F3C2BE896DF}" srcOrd="1" destOrd="0" presId="urn:microsoft.com/office/officeart/2005/8/layout/orgChart1"/>
    <dgm:cxn modelId="{407A3DCA-744C-45C8-B6C6-337C6FA2A924}" srcId="{2289F3B3-A57A-4898-81BC-2B9C4A757C23}" destId="{4EFA16E9-7486-429F-99AE-AEDE7B74C9C7}" srcOrd="1" destOrd="0" parTransId="{81636569-EAA7-48B0-933F-BA3DB1832134}" sibTransId="{0852B6D6-B466-40C4-89F8-40A3BDE185A7}"/>
    <dgm:cxn modelId="{1ACAE7D9-25C1-4D85-8890-E83301F53D6D}" type="presOf" srcId="{394BC9EF-7841-4EEC-B096-FEED616DB56F}" destId="{143BBCF6-8DE9-4A20-A4D6-7ADEEB57EBCF}" srcOrd="0" destOrd="0" presId="urn:microsoft.com/office/officeart/2005/8/layout/orgChart1"/>
    <dgm:cxn modelId="{58DFC3E9-F9BB-4D20-80C3-9DC1C3FB82E3}" type="presOf" srcId="{0E6E1C19-DEB0-4B44-A839-8ABE2FCCDFB8}" destId="{2AA1060C-4A6F-4E1B-86DA-21E4C6D56A97}" srcOrd="0" destOrd="0" presId="urn:microsoft.com/office/officeart/2005/8/layout/orgChart1"/>
    <dgm:cxn modelId="{CE7B45EA-4B37-4A8C-A8E3-177C3B75A126}" type="presOf" srcId="{FD9AAAF5-8B4A-4729-9839-9CFE70893E55}" destId="{146B256F-E847-47E3-8BBD-1C45E532F126}" srcOrd="1" destOrd="0" presId="urn:microsoft.com/office/officeart/2005/8/layout/orgChart1"/>
    <dgm:cxn modelId="{047748EA-C31A-4968-AC69-882145B5FB49}" type="presOf" srcId="{3AF9C42A-8DA1-4B89-93AE-162F67DDFEBC}" destId="{854CFE04-EFCA-4B01-BEA3-EA0F94C4C247}" srcOrd="0" destOrd="0" presId="urn:microsoft.com/office/officeart/2005/8/layout/orgChart1"/>
    <dgm:cxn modelId="{5373CEEE-FEAB-48F0-B604-2A0A6D1D3648}" type="presOf" srcId="{FD917399-C40E-4B7C-B7EA-E50297544F42}" destId="{F0B42389-EA8A-4C0B-97DA-5CF4BD71A5C7}" srcOrd="0" destOrd="0" presId="urn:microsoft.com/office/officeart/2005/8/layout/orgChart1"/>
    <dgm:cxn modelId="{634A86EF-D84B-434F-A860-70896314E0C4}" srcId="{0AE39E6E-523C-4E58-8410-87909533E8E0}" destId="{BB2E3CA4-41B2-423B-B84A-E0511C615CAF}" srcOrd="0" destOrd="0" parTransId="{3AF9C42A-8DA1-4B89-93AE-162F67DDFEBC}" sibTransId="{4F88D54D-97A1-4600-8A97-16A9D81D5829}"/>
    <dgm:cxn modelId="{474B89F5-44B7-40DF-8FB5-65C3E17B8BA0}" type="presOf" srcId="{43682C2B-B057-46B1-9ED0-80D596DC7B09}" destId="{438CF114-BF06-40E2-A822-29B51AEA2A4B}" srcOrd="1" destOrd="0" presId="urn:microsoft.com/office/officeart/2005/8/layout/orgChart1"/>
    <dgm:cxn modelId="{04AF8EF6-3CC4-43A5-A2A9-40315990D5D7}" type="presOf" srcId="{62883477-10D0-4D99-9AA4-44B510A4167E}" destId="{AC6FE02D-2803-48C7-A371-F8888E86138E}" srcOrd="0" destOrd="0" presId="urn:microsoft.com/office/officeart/2005/8/layout/orgChart1"/>
    <dgm:cxn modelId="{67345DF7-FC07-4508-ABBB-98BCE43A9C03}" type="presOf" srcId="{49AA4F3B-CAFC-4CEA-A0E7-136A72A1FB49}" destId="{5F737427-4670-4401-80F1-7AD842B3B69F}" srcOrd="0" destOrd="0" presId="urn:microsoft.com/office/officeart/2005/8/layout/orgChart1"/>
    <dgm:cxn modelId="{849268F7-F645-4AA6-9FDA-D9D9BA5082CC}" type="presOf" srcId="{0E6E1C19-DEB0-4B44-A839-8ABE2FCCDFB8}" destId="{37A59BF8-D853-49ED-BD90-528226863A7C}" srcOrd="1" destOrd="0" presId="urn:microsoft.com/office/officeart/2005/8/layout/orgChart1"/>
    <dgm:cxn modelId="{26141CF9-9E39-4BF0-96E6-B567FFA259C4}" type="presOf" srcId="{80AA787A-E957-49EF-B3E1-36916F6BE291}" destId="{B9BB6813-2886-40B5-AD81-6484798E8EC6}" srcOrd="0" destOrd="0" presId="urn:microsoft.com/office/officeart/2005/8/layout/orgChart1"/>
    <dgm:cxn modelId="{B98878F6-5849-4B90-AD32-9F1664054F0D}" type="presParOf" srcId="{5806247B-C126-450D-97AE-1171FCBB3D48}" destId="{10697F6E-836F-4F14-8043-943AA9E7EA81}" srcOrd="0" destOrd="0" presId="urn:microsoft.com/office/officeart/2005/8/layout/orgChart1"/>
    <dgm:cxn modelId="{B5DF5136-1D73-4B73-AFB0-61D23B807E17}" type="presParOf" srcId="{10697F6E-836F-4F14-8043-943AA9E7EA81}" destId="{966CC5D3-1228-425E-A6D2-C868298D7278}" srcOrd="0" destOrd="0" presId="urn:microsoft.com/office/officeart/2005/8/layout/orgChart1"/>
    <dgm:cxn modelId="{C48C527A-5FC7-4457-A1BB-C9D066D870A0}" type="presParOf" srcId="{966CC5D3-1228-425E-A6D2-C868298D7278}" destId="{369AC7BE-03D0-425D-927F-C555717B293A}" srcOrd="0" destOrd="0" presId="urn:microsoft.com/office/officeart/2005/8/layout/orgChart1"/>
    <dgm:cxn modelId="{CEECD7A8-72ED-48AC-B017-A7A49A2A52C9}" type="presParOf" srcId="{966CC5D3-1228-425E-A6D2-C868298D7278}" destId="{CE3B9129-6240-480D-AA73-E6484E035991}" srcOrd="1" destOrd="0" presId="urn:microsoft.com/office/officeart/2005/8/layout/orgChart1"/>
    <dgm:cxn modelId="{139A9ED3-E306-476E-B25F-C16155BD536D}" type="presParOf" srcId="{10697F6E-836F-4F14-8043-943AA9E7EA81}" destId="{6F1FF773-4048-46A7-8463-20A44F38E2DD}" srcOrd="1" destOrd="0" presId="urn:microsoft.com/office/officeart/2005/8/layout/orgChart1"/>
    <dgm:cxn modelId="{303330BC-7F18-4E4E-A0BC-0C86CF19E7E2}" type="presParOf" srcId="{6F1FF773-4048-46A7-8463-20A44F38E2DD}" destId="{B7BA9CBA-A2B5-4F74-A930-8959D13A63F9}" srcOrd="0" destOrd="0" presId="urn:microsoft.com/office/officeart/2005/8/layout/orgChart1"/>
    <dgm:cxn modelId="{7DE399D3-2398-4AB7-AEA4-0F56DACADCC5}" type="presParOf" srcId="{6F1FF773-4048-46A7-8463-20A44F38E2DD}" destId="{A42D182E-A60B-4A80-8934-60AE6F1815C5}" srcOrd="1" destOrd="0" presId="urn:microsoft.com/office/officeart/2005/8/layout/orgChart1"/>
    <dgm:cxn modelId="{F6B6E034-8865-4D96-8888-B762DC0FDD46}" type="presParOf" srcId="{A42D182E-A60B-4A80-8934-60AE6F1815C5}" destId="{74BC4A3D-5A9B-45AF-BC4D-ECF576AAE888}" srcOrd="0" destOrd="0" presId="urn:microsoft.com/office/officeart/2005/8/layout/orgChart1"/>
    <dgm:cxn modelId="{0B81CCAD-7AFC-4B8F-81BD-A6D83EE273AD}" type="presParOf" srcId="{74BC4A3D-5A9B-45AF-BC4D-ECF576AAE888}" destId="{2AA1060C-4A6F-4E1B-86DA-21E4C6D56A97}" srcOrd="0" destOrd="0" presId="urn:microsoft.com/office/officeart/2005/8/layout/orgChart1"/>
    <dgm:cxn modelId="{8CACB380-F785-4886-B6B1-4701FDD4A646}" type="presParOf" srcId="{74BC4A3D-5A9B-45AF-BC4D-ECF576AAE888}" destId="{37A59BF8-D853-49ED-BD90-528226863A7C}" srcOrd="1" destOrd="0" presId="urn:microsoft.com/office/officeart/2005/8/layout/orgChart1"/>
    <dgm:cxn modelId="{625B5337-B44E-45F3-A3ED-3C0F2EBC3D85}" type="presParOf" srcId="{A42D182E-A60B-4A80-8934-60AE6F1815C5}" destId="{F16FE608-DC95-478C-BCAC-75BC8CC75705}" srcOrd="1" destOrd="0" presId="urn:microsoft.com/office/officeart/2005/8/layout/orgChart1"/>
    <dgm:cxn modelId="{CEB599D4-A12A-4E2B-885A-97637044C545}" type="presParOf" srcId="{F16FE608-DC95-478C-BCAC-75BC8CC75705}" destId="{A8173E8A-4428-4AE4-9083-0DF1B0C6A054}" srcOrd="0" destOrd="0" presId="urn:microsoft.com/office/officeart/2005/8/layout/orgChart1"/>
    <dgm:cxn modelId="{08E27A16-6A22-40F7-91FF-F176D8684BA2}" type="presParOf" srcId="{F16FE608-DC95-478C-BCAC-75BC8CC75705}" destId="{92465D53-6DB4-4677-AD5A-5B2125E89F4E}" srcOrd="1" destOrd="0" presId="urn:microsoft.com/office/officeart/2005/8/layout/orgChart1"/>
    <dgm:cxn modelId="{04064F96-2D93-4DCD-A47C-88B47208D3AF}" type="presParOf" srcId="{92465D53-6DB4-4677-AD5A-5B2125E89F4E}" destId="{E91A9A80-61B0-4AC9-9B53-8988260B40F4}" srcOrd="0" destOrd="0" presId="urn:microsoft.com/office/officeart/2005/8/layout/orgChart1"/>
    <dgm:cxn modelId="{8A9EEB93-E928-49DB-9CB5-D16422D5A6D6}" type="presParOf" srcId="{E91A9A80-61B0-4AC9-9B53-8988260B40F4}" destId="{366305D3-3E26-4743-98A5-339306499BEC}" srcOrd="0" destOrd="0" presId="urn:microsoft.com/office/officeart/2005/8/layout/orgChart1"/>
    <dgm:cxn modelId="{ABD1767E-7DEB-4386-BD90-6D9BDFE7EACE}" type="presParOf" srcId="{E91A9A80-61B0-4AC9-9B53-8988260B40F4}" destId="{146B256F-E847-47E3-8BBD-1C45E532F126}" srcOrd="1" destOrd="0" presId="urn:microsoft.com/office/officeart/2005/8/layout/orgChart1"/>
    <dgm:cxn modelId="{832C52E3-E912-4622-A084-6AE8BB9160EE}" type="presParOf" srcId="{92465D53-6DB4-4677-AD5A-5B2125E89F4E}" destId="{57F7B4F4-ACE5-459B-B832-A2F97B5F44EE}" srcOrd="1" destOrd="0" presId="urn:microsoft.com/office/officeart/2005/8/layout/orgChart1"/>
    <dgm:cxn modelId="{8B16C55B-774B-4B26-81FC-70A4BF88165F}" type="presParOf" srcId="{92465D53-6DB4-4677-AD5A-5B2125E89F4E}" destId="{13616E1C-6167-4D9A-A1B4-CBCA8728030A}" srcOrd="2" destOrd="0" presId="urn:microsoft.com/office/officeart/2005/8/layout/orgChart1"/>
    <dgm:cxn modelId="{93673B3A-87C0-44C2-9C63-903570BFC3BD}" type="presParOf" srcId="{F16FE608-DC95-478C-BCAC-75BC8CC75705}" destId="{143BBCF6-8DE9-4A20-A4D6-7ADEEB57EBCF}" srcOrd="2" destOrd="0" presId="urn:microsoft.com/office/officeart/2005/8/layout/orgChart1"/>
    <dgm:cxn modelId="{44E71FFA-1008-4CCA-898E-2EC40F8FC163}" type="presParOf" srcId="{F16FE608-DC95-478C-BCAC-75BC8CC75705}" destId="{CCD40B3B-626C-4AF9-8307-AEAFFE198469}" srcOrd="3" destOrd="0" presId="urn:microsoft.com/office/officeart/2005/8/layout/orgChart1"/>
    <dgm:cxn modelId="{B93CA3ED-77C7-4004-924B-3A6313BA34CC}" type="presParOf" srcId="{CCD40B3B-626C-4AF9-8307-AEAFFE198469}" destId="{B5526720-E188-4B9F-85EA-BBDC4D4D1E66}" srcOrd="0" destOrd="0" presId="urn:microsoft.com/office/officeart/2005/8/layout/orgChart1"/>
    <dgm:cxn modelId="{F2EF419D-2626-4ED7-A517-6EE1805A5BD0}" type="presParOf" srcId="{B5526720-E188-4B9F-85EA-BBDC4D4D1E66}" destId="{5B1D1720-2CCB-4AB1-9B6F-03F9998971E2}" srcOrd="0" destOrd="0" presId="urn:microsoft.com/office/officeart/2005/8/layout/orgChart1"/>
    <dgm:cxn modelId="{4BB8A837-8916-49F0-A09F-248AE3207FC1}" type="presParOf" srcId="{B5526720-E188-4B9F-85EA-BBDC4D4D1E66}" destId="{35370335-B5D6-4ED1-9307-8070557BEDDF}" srcOrd="1" destOrd="0" presId="urn:microsoft.com/office/officeart/2005/8/layout/orgChart1"/>
    <dgm:cxn modelId="{94D336B3-7DB2-4105-811B-C2C0F5540745}" type="presParOf" srcId="{CCD40B3B-626C-4AF9-8307-AEAFFE198469}" destId="{4D4231BE-C193-47E8-9EDD-1142F92E258B}" srcOrd="1" destOrd="0" presId="urn:microsoft.com/office/officeart/2005/8/layout/orgChart1"/>
    <dgm:cxn modelId="{852A3BC0-633F-463A-B3C8-8557379EBEC5}" type="presParOf" srcId="{CCD40B3B-626C-4AF9-8307-AEAFFE198469}" destId="{8BB92FE2-044A-4BAD-A5B5-87316F794F11}" srcOrd="2" destOrd="0" presId="urn:microsoft.com/office/officeart/2005/8/layout/orgChart1"/>
    <dgm:cxn modelId="{91AA160E-F313-497A-B8A4-1DA93F2FF7F1}" type="presParOf" srcId="{F16FE608-DC95-478C-BCAC-75BC8CC75705}" destId="{9C32C979-25C8-4309-BC96-42ED3C6316ED}" srcOrd="4" destOrd="0" presId="urn:microsoft.com/office/officeart/2005/8/layout/orgChart1"/>
    <dgm:cxn modelId="{7E967EF6-0C8F-43CD-865E-5CB861E20374}" type="presParOf" srcId="{F16FE608-DC95-478C-BCAC-75BC8CC75705}" destId="{4D4F449A-ED8A-4E26-9F90-D23C69F62ED3}" srcOrd="5" destOrd="0" presId="urn:microsoft.com/office/officeart/2005/8/layout/orgChart1"/>
    <dgm:cxn modelId="{A852F503-8223-4854-BF83-34D7D8C12515}" type="presParOf" srcId="{4D4F449A-ED8A-4E26-9F90-D23C69F62ED3}" destId="{F869DE52-CED5-471E-8387-247ECFE0D08F}" srcOrd="0" destOrd="0" presId="urn:microsoft.com/office/officeart/2005/8/layout/orgChart1"/>
    <dgm:cxn modelId="{199336BC-C222-4694-862E-2C9056D878C8}" type="presParOf" srcId="{F869DE52-CED5-471E-8387-247ECFE0D08F}" destId="{F0B42389-EA8A-4C0B-97DA-5CF4BD71A5C7}" srcOrd="0" destOrd="0" presId="urn:microsoft.com/office/officeart/2005/8/layout/orgChart1"/>
    <dgm:cxn modelId="{E35AEF78-5054-489A-9613-3E2DAE9BBDE7}" type="presParOf" srcId="{F869DE52-CED5-471E-8387-247ECFE0D08F}" destId="{97C9D1B3-610A-447F-8915-6F3C2BE896DF}" srcOrd="1" destOrd="0" presId="urn:microsoft.com/office/officeart/2005/8/layout/orgChart1"/>
    <dgm:cxn modelId="{2619712B-2724-4B9F-96F5-0076B58B00D1}" type="presParOf" srcId="{4D4F449A-ED8A-4E26-9F90-D23C69F62ED3}" destId="{EFC45E4D-626C-4FBF-9EF2-0D678E3D5506}" srcOrd="1" destOrd="0" presId="urn:microsoft.com/office/officeart/2005/8/layout/orgChart1"/>
    <dgm:cxn modelId="{E9689ED8-3091-4684-93C3-E51502906FCC}" type="presParOf" srcId="{4D4F449A-ED8A-4E26-9F90-D23C69F62ED3}" destId="{AE466E9D-63A5-43A5-A6C5-6520DD87AFF3}" srcOrd="2" destOrd="0" presId="urn:microsoft.com/office/officeart/2005/8/layout/orgChart1"/>
    <dgm:cxn modelId="{1238ADBF-4C9F-4393-883B-35213C9EED39}" type="presParOf" srcId="{A42D182E-A60B-4A80-8934-60AE6F1815C5}" destId="{C032A7AD-06AA-4C1B-BC3A-8381DA8BD518}" srcOrd="2" destOrd="0" presId="urn:microsoft.com/office/officeart/2005/8/layout/orgChart1"/>
    <dgm:cxn modelId="{8FCECBDC-71FC-4419-BD4C-70E37FA5E32C}" type="presParOf" srcId="{6F1FF773-4048-46A7-8463-20A44F38E2DD}" destId="{3401979F-BF98-45C4-B3B0-7FDC59607276}" srcOrd="2" destOrd="0" presId="urn:microsoft.com/office/officeart/2005/8/layout/orgChart1"/>
    <dgm:cxn modelId="{D0F63D0E-4807-4E80-B295-17F93DC94DE9}" type="presParOf" srcId="{6F1FF773-4048-46A7-8463-20A44F38E2DD}" destId="{D3795DE4-3520-478E-A22B-6BCCBD9FBD79}" srcOrd="3" destOrd="0" presId="urn:microsoft.com/office/officeart/2005/8/layout/orgChart1"/>
    <dgm:cxn modelId="{89D1C9FF-3ADF-4F0D-956B-CC313F8D3977}" type="presParOf" srcId="{D3795DE4-3520-478E-A22B-6BCCBD9FBD79}" destId="{FC6B04FB-CA3E-41CF-A1F5-D0DA44FF5E4F}" srcOrd="0" destOrd="0" presId="urn:microsoft.com/office/officeart/2005/8/layout/orgChart1"/>
    <dgm:cxn modelId="{86F17D5C-A4BE-4A25-922F-4DB89BF8588B}" type="presParOf" srcId="{FC6B04FB-CA3E-41CF-A1F5-D0DA44FF5E4F}" destId="{C93A2F52-52DF-437C-9710-64F97A114804}" srcOrd="0" destOrd="0" presId="urn:microsoft.com/office/officeart/2005/8/layout/orgChart1"/>
    <dgm:cxn modelId="{7B8E3306-7BC0-463B-8E20-B24E22E3B927}" type="presParOf" srcId="{FC6B04FB-CA3E-41CF-A1F5-D0DA44FF5E4F}" destId="{A75E299A-1D24-45E6-B4D8-4907C19E7D77}" srcOrd="1" destOrd="0" presId="urn:microsoft.com/office/officeart/2005/8/layout/orgChart1"/>
    <dgm:cxn modelId="{B94ED1B2-8BF2-4627-9D4D-1A75B01BFABA}" type="presParOf" srcId="{D3795DE4-3520-478E-A22B-6BCCBD9FBD79}" destId="{D164982F-9CB6-46DE-8571-E72EF7783017}" srcOrd="1" destOrd="0" presId="urn:microsoft.com/office/officeart/2005/8/layout/orgChart1"/>
    <dgm:cxn modelId="{886EBA0C-7E9C-403B-9BD8-2E63708610F6}" type="presParOf" srcId="{D164982F-9CB6-46DE-8571-E72EF7783017}" destId="{19D9E8D1-1B72-4206-A1B0-0E15053021A4}" srcOrd="0" destOrd="0" presId="urn:microsoft.com/office/officeart/2005/8/layout/orgChart1"/>
    <dgm:cxn modelId="{EB3050E4-06A7-4796-ABDB-F61E2456EF3A}" type="presParOf" srcId="{D164982F-9CB6-46DE-8571-E72EF7783017}" destId="{4D4333FC-4531-47E2-97B4-800936209E79}" srcOrd="1" destOrd="0" presId="urn:microsoft.com/office/officeart/2005/8/layout/orgChart1"/>
    <dgm:cxn modelId="{7ADE5EFD-FE26-4F18-9F20-BD326F5DC93B}" type="presParOf" srcId="{4D4333FC-4531-47E2-97B4-800936209E79}" destId="{D3F35E0E-BA1E-462B-A406-C7F5F6EF2738}" srcOrd="0" destOrd="0" presId="urn:microsoft.com/office/officeart/2005/8/layout/orgChart1"/>
    <dgm:cxn modelId="{C75B5153-D3DF-459E-9771-B695835B9E4F}" type="presParOf" srcId="{D3F35E0E-BA1E-462B-A406-C7F5F6EF2738}" destId="{666D519D-66F1-47C5-AFD7-DD591E4E6176}" srcOrd="0" destOrd="0" presId="urn:microsoft.com/office/officeart/2005/8/layout/orgChart1"/>
    <dgm:cxn modelId="{DE1C149C-2E28-442A-A9D5-910BCA9D64C9}" type="presParOf" srcId="{D3F35E0E-BA1E-462B-A406-C7F5F6EF2738}" destId="{438CF114-BF06-40E2-A822-29B51AEA2A4B}" srcOrd="1" destOrd="0" presId="urn:microsoft.com/office/officeart/2005/8/layout/orgChart1"/>
    <dgm:cxn modelId="{8C6F7F1F-F16C-43AF-8ED9-723975903F48}" type="presParOf" srcId="{4D4333FC-4531-47E2-97B4-800936209E79}" destId="{E320B6D3-CCEA-44C3-AB59-0A2B4B076639}" srcOrd="1" destOrd="0" presId="urn:microsoft.com/office/officeart/2005/8/layout/orgChart1"/>
    <dgm:cxn modelId="{2EB462B3-EB92-42F9-AA4D-0E565C900E9B}" type="presParOf" srcId="{4D4333FC-4531-47E2-97B4-800936209E79}" destId="{FDA1D550-372F-45C9-9099-8924EBF45BFA}" srcOrd="2" destOrd="0" presId="urn:microsoft.com/office/officeart/2005/8/layout/orgChart1"/>
    <dgm:cxn modelId="{11249D9F-3581-4E82-AA01-83ABC6C97EAB}" type="presParOf" srcId="{D164982F-9CB6-46DE-8571-E72EF7783017}" destId="{B9BB6813-2886-40B5-AD81-6484798E8EC6}" srcOrd="2" destOrd="0" presId="urn:microsoft.com/office/officeart/2005/8/layout/orgChart1"/>
    <dgm:cxn modelId="{C46CB5BE-93F8-4BD3-8AAB-56DE37539C27}" type="presParOf" srcId="{D164982F-9CB6-46DE-8571-E72EF7783017}" destId="{BBB94A95-5A1C-4363-B8B4-9565B222F168}" srcOrd="3" destOrd="0" presId="urn:microsoft.com/office/officeart/2005/8/layout/orgChart1"/>
    <dgm:cxn modelId="{BEA38B44-0619-472D-973E-D0C4C9219234}" type="presParOf" srcId="{BBB94A95-5A1C-4363-B8B4-9565B222F168}" destId="{CE07E843-2B09-49FE-95A7-3F6A9CCEA683}" srcOrd="0" destOrd="0" presId="urn:microsoft.com/office/officeart/2005/8/layout/orgChart1"/>
    <dgm:cxn modelId="{75E1C153-0C80-4E6C-853E-4364DA5BE2D4}" type="presParOf" srcId="{CE07E843-2B09-49FE-95A7-3F6A9CCEA683}" destId="{E7FFE6EC-5519-4A57-8ACF-34E5184504CC}" srcOrd="0" destOrd="0" presId="urn:microsoft.com/office/officeart/2005/8/layout/orgChart1"/>
    <dgm:cxn modelId="{E522ACDC-7C6F-4825-9AAA-01366C8F76BC}" type="presParOf" srcId="{CE07E843-2B09-49FE-95A7-3F6A9CCEA683}" destId="{AF08BC09-7790-44EC-BEBE-1AE09A96ACE5}" srcOrd="1" destOrd="0" presId="urn:microsoft.com/office/officeart/2005/8/layout/orgChart1"/>
    <dgm:cxn modelId="{E85EE409-C09E-4219-BF9F-24944375AFEA}" type="presParOf" srcId="{BBB94A95-5A1C-4363-B8B4-9565B222F168}" destId="{AF5DB17A-BD19-447D-BD40-A08F0933854F}" srcOrd="1" destOrd="0" presId="urn:microsoft.com/office/officeart/2005/8/layout/orgChart1"/>
    <dgm:cxn modelId="{F353CFB0-028F-423C-A27E-C18AA03C9C29}" type="presParOf" srcId="{BBB94A95-5A1C-4363-B8B4-9565B222F168}" destId="{DEDA3CEE-A296-4A05-8C59-A88453F4A440}" srcOrd="2" destOrd="0" presId="urn:microsoft.com/office/officeart/2005/8/layout/orgChart1"/>
    <dgm:cxn modelId="{1E41024E-50A5-4A92-B8AC-F9729615AFF0}" type="presParOf" srcId="{D164982F-9CB6-46DE-8571-E72EF7783017}" destId="{AC6FE02D-2803-48C7-A371-F8888E86138E}" srcOrd="4" destOrd="0" presId="urn:microsoft.com/office/officeart/2005/8/layout/orgChart1"/>
    <dgm:cxn modelId="{935A1DA6-0F12-4FF9-8E23-E6BCAD7233F2}" type="presParOf" srcId="{D164982F-9CB6-46DE-8571-E72EF7783017}" destId="{9DDC83A3-DA2A-467C-A4D3-448EC1BE1015}" srcOrd="5" destOrd="0" presId="urn:microsoft.com/office/officeart/2005/8/layout/orgChart1"/>
    <dgm:cxn modelId="{7794390C-418E-4EEB-91B7-5F0E4B8DCC45}" type="presParOf" srcId="{9DDC83A3-DA2A-467C-A4D3-448EC1BE1015}" destId="{88F39FE4-8671-4731-88E3-5F4768A0D8F2}" srcOrd="0" destOrd="0" presId="urn:microsoft.com/office/officeart/2005/8/layout/orgChart1"/>
    <dgm:cxn modelId="{9ABD10C8-E0E9-404F-A2D0-8CD9550A07FF}" type="presParOf" srcId="{88F39FE4-8671-4731-88E3-5F4768A0D8F2}" destId="{5F737427-4670-4401-80F1-7AD842B3B69F}" srcOrd="0" destOrd="0" presId="urn:microsoft.com/office/officeart/2005/8/layout/orgChart1"/>
    <dgm:cxn modelId="{C1FEAF13-A4E6-46D4-8110-C14BE97095DD}" type="presParOf" srcId="{88F39FE4-8671-4731-88E3-5F4768A0D8F2}" destId="{D43B3252-E228-49BC-B237-8280698C5430}" srcOrd="1" destOrd="0" presId="urn:microsoft.com/office/officeart/2005/8/layout/orgChart1"/>
    <dgm:cxn modelId="{AF548B74-9E40-4C28-AAEE-2A997D913900}" type="presParOf" srcId="{9DDC83A3-DA2A-467C-A4D3-448EC1BE1015}" destId="{95502758-A96A-4424-841E-A7A465FB126A}" srcOrd="1" destOrd="0" presId="urn:microsoft.com/office/officeart/2005/8/layout/orgChart1"/>
    <dgm:cxn modelId="{6D11FCB6-3D05-44DE-9E30-2CCED47159A3}" type="presParOf" srcId="{9DDC83A3-DA2A-467C-A4D3-448EC1BE1015}" destId="{111E80E6-2316-467F-8E09-7C38185711EA}" srcOrd="2" destOrd="0" presId="urn:microsoft.com/office/officeart/2005/8/layout/orgChart1"/>
    <dgm:cxn modelId="{98461FCE-EB4D-4900-BB1B-1FF831C47ED1}" type="presParOf" srcId="{D3795DE4-3520-478E-A22B-6BCCBD9FBD79}" destId="{17E4322A-5512-48C3-84DB-708BBE6CAC16}" srcOrd="2" destOrd="0" presId="urn:microsoft.com/office/officeart/2005/8/layout/orgChart1"/>
    <dgm:cxn modelId="{CC8D5CD4-348E-4853-8211-8182AEAE03BC}" type="presParOf" srcId="{6F1FF773-4048-46A7-8463-20A44F38E2DD}" destId="{85D18D0B-C015-43EA-B825-ECE646E4610F}" srcOrd="4" destOrd="0" presId="urn:microsoft.com/office/officeart/2005/8/layout/orgChart1"/>
    <dgm:cxn modelId="{643F0073-5510-467B-B655-7D9EB045C040}" type="presParOf" srcId="{6F1FF773-4048-46A7-8463-20A44F38E2DD}" destId="{05C028B9-9B15-4680-9128-A07E0071650B}" srcOrd="5" destOrd="0" presId="urn:microsoft.com/office/officeart/2005/8/layout/orgChart1"/>
    <dgm:cxn modelId="{9E1238E0-162F-419C-B46F-69FC876C8FFB}" type="presParOf" srcId="{05C028B9-9B15-4680-9128-A07E0071650B}" destId="{2CEDE8A3-1FC9-4C94-AEB6-B04A99765116}" srcOrd="0" destOrd="0" presId="urn:microsoft.com/office/officeart/2005/8/layout/orgChart1"/>
    <dgm:cxn modelId="{538A58C8-F8FF-4125-9EA8-FAC0136BE939}" type="presParOf" srcId="{2CEDE8A3-1FC9-4C94-AEB6-B04A99765116}" destId="{34B64A27-A688-4F38-B1E1-AC656EFB4D8C}" srcOrd="0" destOrd="0" presId="urn:microsoft.com/office/officeart/2005/8/layout/orgChart1"/>
    <dgm:cxn modelId="{5C1D3C64-B7D9-4D5F-BCCF-B3046A234326}" type="presParOf" srcId="{2CEDE8A3-1FC9-4C94-AEB6-B04A99765116}" destId="{FAFFA719-7C9E-4A60-A9E5-CFD169448248}" srcOrd="1" destOrd="0" presId="urn:microsoft.com/office/officeart/2005/8/layout/orgChart1"/>
    <dgm:cxn modelId="{48474373-C658-4F90-9C25-8C56371F6AC4}" type="presParOf" srcId="{05C028B9-9B15-4680-9128-A07E0071650B}" destId="{F55DC086-E3A1-433F-81EA-4F3BD7E9A016}" srcOrd="1" destOrd="0" presId="urn:microsoft.com/office/officeart/2005/8/layout/orgChart1"/>
    <dgm:cxn modelId="{5218A70C-3C11-4498-8E6D-42FEDFBB4FB0}" type="presParOf" srcId="{F55DC086-E3A1-433F-81EA-4F3BD7E9A016}" destId="{854CFE04-EFCA-4B01-BEA3-EA0F94C4C247}" srcOrd="0" destOrd="0" presId="urn:microsoft.com/office/officeart/2005/8/layout/orgChart1"/>
    <dgm:cxn modelId="{36784A1A-53C7-4EF2-96B2-782BFEE92578}" type="presParOf" srcId="{F55DC086-E3A1-433F-81EA-4F3BD7E9A016}" destId="{A9639733-514D-42FE-82E4-BC28796597C4}" srcOrd="1" destOrd="0" presId="urn:microsoft.com/office/officeart/2005/8/layout/orgChart1"/>
    <dgm:cxn modelId="{170FD304-1F3B-4F81-9CCB-42A90FB42D72}" type="presParOf" srcId="{A9639733-514D-42FE-82E4-BC28796597C4}" destId="{FBB1DD65-B413-4E6E-A9C4-5013A87F2EBE}" srcOrd="0" destOrd="0" presId="urn:microsoft.com/office/officeart/2005/8/layout/orgChart1"/>
    <dgm:cxn modelId="{6A10B15E-34EE-41C5-B104-C5D4C8F97D4D}" type="presParOf" srcId="{FBB1DD65-B413-4E6E-A9C4-5013A87F2EBE}" destId="{8BFA4727-F5DE-4660-9FB4-1494504572C4}" srcOrd="0" destOrd="0" presId="urn:microsoft.com/office/officeart/2005/8/layout/orgChart1"/>
    <dgm:cxn modelId="{8D479485-96C1-421E-A915-433F9299E60F}" type="presParOf" srcId="{FBB1DD65-B413-4E6E-A9C4-5013A87F2EBE}" destId="{9A5F40C9-6539-4C06-BD10-32D9F33A5DE9}" srcOrd="1" destOrd="0" presId="urn:microsoft.com/office/officeart/2005/8/layout/orgChart1"/>
    <dgm:cxn modelId="{CDBB9066-7659-43B3-8880-B40E08A482F8}" type="presParOf" srcId="{A9639733-514D-42FE-82E4-BC28796597C4}" destId="{218AC6BF-0646-48E3-AB63-8C7EF34F4BE0}" srcOrd="1" destOrd="0" presId="urn:microsoft.com/office/officeart/2005/8/layout/orgChart1"/>
    <dgm:cxn modelId="{173C55B9-3018-418E-9778-F631A01DA242}" type="presParOf" srcId="{A9639733-514D-42FE-82E4-BC28796597C4}" destId="{FB5F7FB7-428D-452F-8ED4-009E04EEA3C7}" srcOrd="2" destOrd="0" presId="urn:microsoft.com/office/officeart/2005/8/layout/orgChart1"/>
    <dgm:cxn modelId="{0976E2D7-3CE4-494D-993F-BCBFF0B9B102}" type="presParOf" srcId="{05C028B9-9B15-4680-9128-A07E0071650B}" destId="{B707C4C7-3A61-4608-A72E-F9EEFA3F2763}" srcOrd="2" destOrd="0" presId="urn:microsoft.com/office/officeart/2005/8/layout/orgChart1"/>
    <dgm:cxn modelId="{9C3EF354-6909-4A86-80CB-D45AA470F1E9}" type="presParOf" srcId="{10697F6E-836F-4F14-8043-943AA9E7EA81}" destId="{95A19D7A-5F19-4E0A-8373-81EFCCB0B57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C3FF54-7575-4E0D-9F9B-494FA4983E31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pPr latinLnBrk="1"/>
          <a:endParaRPr lang="ko-KR" altLang="en-US"/>
        </a:p>
      </dgm:t>
    </dgm:pt>
    <dgm:pt modelId="{2B20AADF-8D3A-457F-873B-AFD26457A330}">
      <dgm:prSet phldrT="[텍스트]"/>
      <dgm:spPr/>
      <dgm:t>
        <a:bodyPr/>
        <a:lstStyle/>
        <a:p>
          <a:pPr latinLnBrk="1"/>
          <a:r>
            <a:rPr lang="en-US" altLang="ko-KR" dirty="0"/>
            <a:t>Map</a:t>
          </a:r>
          <a:endParaRPr lang="ko-KR" altLang="en-US" dirty="0"/>
        </a:p>
      </dgm:t>
    </dgm:pt>
    <dgm:pt modelId="{B7F812A5-B694-4F68-BA15-0D7B7A7E2896}" type="parTrans" cxnId="{B2EF9331-2BF1-4450-A6C9-B40BA6D3D00D}">
      <dgm:prSet/>
      <dgm:spPr/>
      <dgm:t>
        <a:bodyPr/>
        <a:lstStyle/>
        <a:p>
          <a:pPr latinLnBrk="1"/>
          <a:endParaRPr lang="ko-KR" altLang="en-US"/>
        </a:p>
      </dgm:t>
    </dgm:pt>
    <dgm:pt modelId="{95CD5428-6410-497F-8E10-58E769F49561}" type="sibTrans" cxnId="{B2EF9331-2BF1-4450-A6C9-B40BA6D3D00D}">
      <dgm:prSet/>
      <dgm:spPr/>
      <dgm:t>
        <a:bodyPr/>
        <a:lstStyle/>
        <a:p>
          <a:pPr latinLnBrk="1"/>
          <a:endParaRPr lang="ko-KR" altLang="en-US"/>
        </a:p>
      </dgm:t>
    </dgm:pt>
    <dgm:pt modelId="{630F36FF-3F38-4F37-9973-F22BC0AB547E}">
      <dgm:prSet phldrT="[텍스트]"/>
      <dgm:spPr/>
      <dgm:t>
        <a:bodyPr/>
        <a:lstStyle/>
        <a:p>
          <a:pPr latinLnBrk="1"/>
          <a:r>
            <a:rPr lang="en-US" altLang="ko-KR" dirty="0" err="1"/>
            <a:t>SortedMap</a:t>
          </a:r>
          <a:endParaRPr lang="en-US" altLang="ko-KR" dirty="0"/>
        </a:p>
      </dgm:t>
    </dgm:pt>
    <dgm:pt modelId="{E6B0B241-8C22-47CB-96D7-3BB03466AEA0}" type="parTrans" cxnId="{A34DE9C7-EB80-48F5-B14D-18EBFC6CE497}">
      <dgm:prSet/>
      <dgm:spPr/>
      <dgm:t>
        <a:bodyPr/>
        <a:lstStyle/>
        <a:p>
          <a:pPr latinLnBrk="1"/>
          <a:endParaRPr lang="ko-KR" altLang="en-US"/>
        </a:p>
      </dgm:t>
    </dgm:pt>
    <dgm:pt modelId="{A1755B42-D73F-497F-A50E-2E69DA39684E}" type="sibTrans" cxnId="{A34DE9C7-EB80-48F5-B14D-18EBFC6CE497}">
      <dgm:prSet/>
      <dgm:spPr/>
      <dgm:t>
        <a:bodyPr/>
        <a:lstStyle/>
        <a:p>
          <a:pPr latinLnBrk="1"/>
          <a:endParaRPr lang="ko-KR" altLang="en-US"/>
        </a:p>
      </dgm:t>
    </dgm:pt>
    <dgm:pt modelId="{9F4D5774-15F6-4344-83B1-1FA981BB8FCC}">
      <dgm:prSet phldrT="[텍스트]"/>
      <dgm:spPr/>
      <dgm:t>
        <a:bodyPr/>
        <a:lstStyle/>
        <a:p>
          <a:pPr latinLnBrk="1"/>
          <a:r>
            <a:rPr lang="en-US" altLang="ko-KR" dirty="0" err="1"/>
            <a:t>HashTable</a:t>
          </a:r>
          <a:endParaRPr lang="ko-KR" altLang="en-US" dirty="0"/>
        </a:p>
      </dgm:t>
    </dgm:pt>
    <dgm:pt modelId="{0C12AC1E-D273-47C2-BD58-F7D47CB8A29D}" type="parTrans" cxnId="{9BA31606-E566-487F-AA81-AFB17C7DDDEB}">
      <dgm:prSet/>
      <dgm:spPr/>
      <dgm:t>
        <a:bodyPr/>
        <a:lstStyle/>
        <a:p>
          <a:pPr latinLnBrk="1"/>
          <a:endParaRPr lang="ko-KR" altLang="en-US"/>
        </a:p>
      </dgm:t>
    </dgm:pt>
    <dgm:pt modelId="{234956EA-2ECD-43A4-9FB3-AADFD69BAFA6}" type="sibTrans" cxnId="{9BA31606-E566-487F-AA81-AFB17C7DDDEB}">
      <dgm:prSet/>
      <dgm:spPr/>
      <dgm:t>
        <a:bodyPr/>
        <a:lstStyle/>
        <a:p>
          <a:pPr latinLnBrk="1"/>
          <a:endParaRPr lang="ko-KR" altLang="en-US"/>
        </a:p>
      </dgm:t>
    </dgm:pt>
    <dgm:pt modelId="{B69B8B61-697F-465C-8200-09B61C02511E}">
      <dgm:prSet phldrT="[텍스트]"/>
      <dgm:spPr/>
      <dgm:t>
        <a:bodyPr/>
        <a:lstStyle/>
        <a:p>
          <a:pPr latinLnBrk="1"/>
          <a:r>
            <a:rPr lang="en-US" altLang="ko-KR" dirty="0" err="1"/>
            <a:t>LinkedHashMap</a:t>
          </a:r>
          <a:endParaRPr lang="ko-KR" altLang="en-US" dirty="0"/>
        </a:p>
      </dgm:t>
    </dgm:pt>
    <dgm:pt modelId="{FCA2AF11-B764-445E-AD95-02820BC03D2A}" type="parTrans" cxnId="{6E572083-6D0F-4216-A4C4-D4DB2E6CD0EA}">
      <dgm:prSet/>
      <dgm:spPr/>
      <dgm:t>
        <a:bodyPr/>
        <a:lstStyle/>
        <a:p>
          <a:pPr latinLnBrk="1"/>
          <a:endParaRPr lang="ko-KR" altLang="en-US"/>
        </a:p>
      </dgm:t>
    </dgm:pt>
    <dgm:pt modelId="{0EECF64A-4A38-4F3E-B3BC-88FEB3D9AAAA}" type="sibTrans" cxnId="{6E572083-6D0F-4216-A4C4-D4DB2E6CD0EA}">
      <dgm:prSet/>
      <dgm:spPr/>
      <dgm:t>
        <a:bodyPr/>
        <a:lstStyle/>
        <a:p>
          <a:pPr latinLnBrk="1"/>
          <a:endParaRPr lang="ko-KR" altLang="en-US"/>
        </a:p>
      </dgm:t>
    </dgm:pt>
    <dgm:pt modelId="{CA19A8C5-5EC6-40CA-997A-78ACB5CF3CEC}">
      <dgm:prSet phldrT="[텍스트]"/>
      <dgm:spPr/>
      <dgm:t>
        <a:bodyPr/>
        <a:lstStyle/>
        <a:p>
          <a:pPr latinLnBrk="1"/>
          <a:r>
            <a:rPr lang="en-US" altLang="ko-KR" dirty="0" err="1"/>
            <a:t>LTreeMap</a:t>
          </a:r>
          <a:endParaRPr lang="en-US" altLang="ko-KR" dirty="0"/>
        </a:p>
      </dgm:t>
    </dgm:pt>
    <dgm:pt modelId="{A847BD33-A4BF-4D59-8B53-394038DACA47}" type="parTrans" cxnId="{24D8DF9C-DA46-4D7F-B368-665AB5F82EE6}">
      <dgm:prSet/>
      <dgm:spPr/>
      <dgm:t>
        <a:bodyPr/>
        <a:lstStyle/>
        <a:p>
          <a:pPr latinLnBrk="1"/>
          <a:endParaRPr lang="ko-KR" altLang="en-US"/>
        </a:p>
      </dgm:t>
    </dgm:pt>
    <dgm:pt modelId="{B70A122E-3D98-4573-ACCC-BD1DFC784FC1}" type="sibTrans" cxnId="{24D8DF9C-DA46-4D7F-B368-665AB5F82EE6}">
      <dgm:prSet/>
      <dgm:spPr/>
      <dgm:t>
        <a:bodyPr/>
        <a:lstStyle/>
        <a:p>
          <a:pPr latinLnBrk="1"/>
          <a:endParaRPr lang="ko-KR" altLang="en-US"/>
        </a:p>
      </dgm:t>
    </dgm:pt>
    <dgm:pt modelId="{77C28335-8881-4225-B97A-33A5EA1D3D0C}">
      <dgm:prSet phldrT="[텍스트]"/>
      <dgm:spPr/>
      <dgm:t>
        <a:bodyPr/>
        <a:lstStyle/>
        <a:p>
          <a:pPr latinLnBrk="1"/>
          <a:r>
            <a:rPr lang="en-US" altLang="ko-KR" dirty="0" err="1"/>
            <a:t>HashMap</a:t>
          </a:r>
          <a:endParaRPr lang="ko-KR" altLang="en-US" dirty="0"/>
        </a:p>
      </dgm:t>
    </dgm:pt>
    <dgm:pt modelId="{F4E039A6-A100-4868-84D5-E62FC6242490}" type="parTrans" cxnId="{0323D851-A5D5-4ADB-945C-DD1883463165}">
      <dgm:prSet/>
      <dgm:spPr/>
      <dgm:t>
        <a:bodyPr/>
        <a:lstStyle/>
        <a:p>
          <a:pPr latinLnBrk="1"/>
          <a:endParaRPr lang="ko-KR" altLang="en-US"/>
        </a:p>
      </dgm:t>
    </dgm:pt>
    <dgm:pt modelId="{BA1BF9FD-F26D-487F-B3B8-8CC8B8F99F31}" type="sibTrans" cxnId="{0323D851-A5D5-4ADB-945C-DD1883463165}">
      <dgm:prSet/>
      <dgm:spPr/>
      <dgm:t>
        <a:bodyPr/>
        <a:lstStyle/>
        <a:p>
          <a:pPr latinLnBrk="1"/>
          <a:endParaRPr lang="ko-KR" altLang="en-US"/>
        </a:p>
      </dgm:t>
    </dgm:pt>
    <dgm:pt modelId="{0E458A78-50C0-45F0-8DB9-9F6FC98B431A}" type="pres">
      <dgm:prSet presAssocID="{B6C3FF54-7575-4E0D-9F9B-494FA4983E3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FCE267-417C-4704-97A0-60D11B05623C}" type="pres">
      <dgm:prSet presAssocID="{2B20AADF-8D3A-457F-873B-AFD26457A330}" presName="hierRoot1" presStyleCnt="0">
        <dgm:presLayoutVars>
          <dgm:hierBranch val="init"/>
        </dgm:presLayoutVars>
      </dgm:prSet>
      <dgm:spPr/>
    </dgm:pt>
    <dgm:pt modelId="{98D60C6B-31C3-453A-92A9-22120E4F1D24}" type="pres">
      <dgm:prSet presAssocID="{2B20AADF-8D3A-457F-873B-AFD26457A330}" presName="rootComposite1" presStyleCnt="0"/>
      <dgm:spPr/>
    </dgm:pt>
    <dgm:pt modelId="{8A794000-F9A6-41C0-A17E-829C50F07F32}" type="pres">
      <dgm:prSet presAssocID="{2B20AADF-8D3A-457F-873B-AFD26457A330}" presName="rootText1" presStyleLbl="node0" presStyleIdx="0" presStyleCnt="1">
        <dgm:presLayoutVars>
          <dgm:chPref val="3"/>
        </dgm:presLayoutVars>
      </dgm:prSet>
      <dgm:spPr/>
    </dgm:pt>
    <dgm:pt modelId="{261A8BD6-A867-4AD9-B2BD-DD9836694263}" type="pres">
      <dgm:prSet presAssocID="{2B20AADF-8D3A-457F-873B-AFD26457A330}" presName="rootConnector1" presStyleLbl="node1" presStyleIdx="0" presStyleCnt="0"/>
      <dgm:spPr/>
    </dgm:pt>
    <dgm:pt modelId="{6B57A641-7C01-4724-8778-FA949265711B}" type="pres">
      <dgm:prSet presAssocID="{2B20AADF-8D3A-457F-873B-AFD26457A330}" presName="hierChild2" presStyleCnt="0"/>
      <dgm:spPr/>
    </dgm:pt>
    <dgm:pt modelId="{C228FEA5-5EE1-4803-AB4A-8F45D4844316}" type="pres">
      <dgm:prSet presAssocID="{E6B0B241-8C22-47CB-96D7-3BB03466AEA0}" presName="Name37" presStyleLbl="parChTrans1D2" presStyleIdx="0" presStyleCnt="4"/>
      <dgm:spPr/>
    </dgm:pt>
    <dgm:pt modelId="{6A2D94A6-24D1-4422-8717-1EC8C5D735F4}" type="pres">
      <dgm:prSet presAssocID="{630F36FF-3F38-4F37-9973-F22BC0AB547E}" presName="hierRoot2" presStyleCnt="0">
        <dgm:presLayoutVars>
          <dgm:hierBranch val="init"/>
        </dgm:presLayoutVars>
      </dgm:prSet>
      <dgm:spPr/>
    </dgm:pt>
    <dgm:pt modelId="{D6F7B1B5-45A3-4B82-922D-C41260969BA8}" type="pres">
      <dgm:prSet presAssocID="{630F36FF-3F38-4F37-9973-F22BC0AB547E}" presName="rootComposite" presStyleCnt="0"/>
      <dgm:spPr/>
    </dgm:pt>
    <dgm:pt modelId="{F1CC23D6-76D6-4D39-942F-3D5BA2C05B3B}" type="pres">
      <dgm:prSet presAssocID="{630F36FF-3F38-4F37-9973-F22BC0AB547E}" presName="rootText" presStyleLbl="node2" presStyleIdx="0" presStyleCnt="4">
        <dgm:presLayoutVars>
          <dgm:chPref val="3"/>
        </dgm:presLayoutVars>
      </dgm:prSet>
      <dgm:spPr/>
    </dgm:pt>
    <dgm:pt modelId="{55561CC1-A6FF-4D46-A549-9F015A61A884}" type="pres">
      <dgm:prSet presAssocID="{630F36FF-3F38-4F37-9973-F22BC0AB547E}" presName="rootConnector" presStyleLbl="node2" presStyleIdx="0" presStyleCnt="4"/>
      <dgm:spPr/>
    </dgm:pt>
    <dgm:pt modelId="{3DEF9A72-DD17-4F7B-9CB5-815D90903A7C}" type="pres">
      <dgm:prSet presAssocID="{630F36FF-3F38-4F37-9973-F22BC0AB547E}" presName="hierChild4" presStyleCnt="0"/>
      <dgm:spPr/>
    </dgm:pt>
    <dgm:pt modelId="{6AE875F3-7683-4837-A282-54C67DBC75D2}" type="pres">
      <dgm:prSet presAssocID="{A847BD33-A4BF-4D59-8B53-394038DACA47}" presName="Name37" presStyleLbl="parChTrans1D3" presStyleIdx="0" presStyleCnt="1"/>
      <dgm:spPr/>
    </dgm:pt>
    <dgm:pt modelId="{42A28A85-B9D4-454A-B3B9-8667F40A4641}" type="pres">
      <dgm:prSet presAssocID="{CA19A8C5-5EC6-40CA-997A-78ACB5CF3CEC}" presName="hierRoot2" presStyleCnt="0">
        <dgm:presLayoutVars>
          <dgm:hierBranch val="init"/>
        </dgm:presLayoutVars>
      </dgm:prSet>
      <dgm:spPr/>
    </dgm:pt>
    <dgm:pt modelId="{BE698A21-8A09-468E-9104-F91D1716D50C}" type="pres">
      <dgm:prSet presAssocID="{CA19A8C5-5EC6-40CA-997A-78ACB5CF3CEC}" presName="rootComposite" presStyleCnt="0"/>
      <dgm:spPr/>
    </dgm:pt>
    <dgm:pt modelId="{6CABDEF3-AB3C-496A-B65F-B07A34EEEB58}" type="pres">
      <dgm:prSet presAssocID="{CA19A8C5-5EC6-40CA-997A-78ACB5CF3CEC}" presName="rootText" presStyleLbl="node3" presStyleIdx="0" presStyleCnt="1">
        <dgm:presLayoutVars>
          <dgm:chPref val="3"/>
        </dgm:presLayoutVars>
      </dgm:prSet>
      <dgm:spPr/>
    </dgm:pt>
    <dgm:pt modelId="{8FD18C62-92DB-4826-942D-3DFE88F78B79}" type="pres">
      <dgm:prSet presAssocID="{CA19A8C5-5EC6-40CA-997A-78ACB5CF3CEC}" presName="rootConnector" presStyleLbl="node3" presStyleIdx="0" presStyleCnt="1"/>
      <dgm:spPr/>
    </dgm:pt>
    <dgm:pt modelId="{3DAEC175-5091-4F14-BD5F-A53ED21ABC98}" type="pres">
      <dgm:prSet presAssocID="{CA19A8C5-5EC6-40CA-997A-78ACB5CF3CEC}" presName="hierChild4" presStyleCnt="0"/>
      <dgm:spPr/>
    </dgm:pt>
    <dgm:pt modelId="{A1A72CC3-5693-43BF-9D88-280AAA227D20}" type="pres">
      <dgm:prSet presAssocID="{CA19A8C5-5EC6-40CA-997A-78ACB5CF3CEC}" presName="hierChild5" presStyleCnt="0"/>
      <dgm:spPr/>
    </dgm:pt>
    <dgm:pt modelId="{4E976C51-20D2-4C19-84B7-D23DA72EC9C2}" type="pres">
      <dgm:prSet presAssocID="{630F36FF-3F38-4F37-9973-F22BC0AB547E}" presName="hierChild5" presStyleCnt="0"/>
      <dgm:spPr/>
    </dgm:pt>
    <dgm:pt modelId="{447F5123-114A-4126-82F1-7C9AAE3ACE5F}" type="pres">
      <dgm:prSet presAssocID="{0C12AC1E-D273-47C2-BD58-F7D47CB8A29D}" presName="Name37" presStyleLbl="parChTrans1D2" presStyleIdx="1" presStyleCnt="4"/>
      <dgm:spPr/>
    </dgm:pt>
    <dgm:pt modelId="{27C834D5-38B0-477C-B2EC-67F749678AD1}" type="pres">
      <dgm:prSet presAssocID="{9F4D5774-15F6-4344-83B1-1FA981BB8FCC}" presName="hierRoot2" presStyleCnt="0">
        <dgm:presLayoutVars>
          <dgm:hierBranch val="init"/>
        </dgm:presLayoutVars>
      </dgm:prSet>
      <dgm:spPr/>
    </dgm:pt>
    <dgm:pt modelId="{A1DE49F8-A2CF-42E7-AD2C-30F9B305A9F3}" type="pres">
      <dgm:prSet presAssocID="{9F4D5774-15F6-4344-83B1-1FA981BB8FCC}" presName="rootComposite" presStyleCnt="0"/>
      <dgm:spPr/>
    </dgm:pt>
    <dgm:pt modelId="{2D026D1B-91EF-4C0A-ACB5-78C99E13CBC0}" type="pres">
      <dgm:prSet presAssocID="{9F4D5774-15F6-4344-83B1-1FA981BB8FCC}" presName="rootText" presStyleLbl="node2" presStyleIdx="1" presStyleCnt="4">
        <dgm:presLayoutVars>
          <dgm:chPref val="3"/>
        </dgm:presLayoutVars>
      </dgm:prSet>
      <dgm:spPr/>
    </dgm:pt>
    <dgm:pt modelId="{2A33C383-06A5-4F69-A352-BCF72845D7DA}" type="pres">
      <dgm:prSet presAssocID="{9F4D5774-15F6-4344-83B1-1FA981BB8FCC}" presName="rootConnector" presStyleLbl="node2" presStyleIdx="1" presStyleCnt="4"/>
      <dgm:spPr/>
    </dgm:pt>
    <dgm:pt modelId="{357E3CF8-5329-4BD2-BF20-90851871200D}" type="pres">
      <dgm:prSet presAssocID="{9F4D5774-15F6-4344-83B1-1FA981BB8FCC}" presName="hierChild4" presStyleCnt="0"/>
      <dgm:spPr/>
    </dgm:pt>
    <dgm:pt modelId="{05EB4B79-11EB-4E04-AA7A-1187610C5252}" type="pres">
      <dgm:prSet presAssocID="{9F4D5774-15F6-4344-83B1-1FA981BB8FCC}" presName="hierChild5" presStyleCnt="0"/>
      <dgm:spPr/>
    </dgm:pt>
    <dgm:pt modelId="{904880D0-FC3B-4D44-999B-70637B591A53}" type="pres">
      <dgm:prSet presAssocID="{FCA2AF11-B764-445E-AD95-02820BC03D2A}" presName="Name37" presStyleLbl="parChTrans1D2" presStyleIdx="2" presStyleCnt="4"/>
      <dgm:spPr/>
    </dgm:pt>
    <dgm:pt modelId="{128061E7-8544-4855-8080-BF3741D0989D}" type="pres">
      <dgm:prSet presAssocID="{B69B8B61-697F-465C-8200-09B61C02511E}" presName="hierRoot2" presStyleCnt="0">
        <dgm:presLayoutVars>
          <dgm:hierBranch val="init"/>
        </dgm:presLayoutVars>
      </dgm:prSet>
      <dgm:spPr/>
    </dgm:pt>
    <dgm:pt modelId="{3511D30E-8D8D-42D4-9772-3B9C04681368}" type="pres">
      <dgm:prSet presAssocID="{B69B8B61-697F-465C-8200-09B61C02511E}" presName="rootComposite" presStyleCnt="0"/>
      <dgm:spPr/>
    </dgm:pt>
    <dgm:pt modelId="{F344B46F-1B82-4E5C-8A0A-C717A14A5816}" type="pres">
      <dgm:prSet presAssocID="{B69B8B61-697F-465C-8200-09B61C02511E}" presName="rootText" presStyleLbl="node2" presStyleIdx="2" presStyleCnt="4">
        <dgm:presLayoutVars>
          <dgm:chPref val="3"/>
        </dgm:presLayoutVars>
      </dgm:prSet>
      <dgm:spPr/>
    </dgm:pt>
    <dgm:pt modelId="{372E6B3A-CE7F-43F3-96A1-65EBDCD0F78A}" type="pres">
      <dgm:prSet presAssocID="{B69B8B61-697F-465C-8200-09B61C02511E}" presName="rootConnector" presStyleLbl="node2" presStyleIdx="2" presStyleCnt="4"/>
      <dgm:spPr/>
    </dgm:pt>
    <dgm:pt modelId="{C68638E9-E53B-461F-9607-355D96680579}" type="pres">
      <dgm:prSet presAssocID="{B69B8B61-697F-465C-8200-09B61C02511E}" presName="hierChild4" presStyleCnt="0"/>
      <dgm:spPr/>
    </dgm:pt>
    <dgm:pt modelId="{2B316585-62F7-446E-8F97-58EE057C1EDA}" type="pres">
      <dgm:prSet presAssocID="{B69B8B61-697F-465C-8200-09B61C02511E}" presName="hierChild5" presStyleCnt="0"/>
      <dgm:spPr/>
    </dgm:pt>
    <dgm:pt modelId="{DB7965FC-7ACA-4BEA-80DB-F30029D1C633}" type="pres">
      <dgm:prSet presAssocID="{F4E039A6-A100-4868-84D5-E62FC6242490}" presName="Name37" presStyleLbl="parChTrans1D2" presStyleIdx="3" presStyleCnt="4"/>
      <dgm:spPr/>
    </dgm:pt>
    <dgm:pt modelId="{81DAF9D4-889D-4D05-9277-821A8B38AEB6}" type="pres">
      <dgm:prSet presAssocID="{77C28335-8881-4225-B97A-33A5EA1D3D0C}" presName="hierRoot2" presStyleCnt="0">
        <dgm:presLayoutVars>
          <dgm:hierBranch val="init"/>
        </dgm:presLayoutVars>
      </dgm:prSet>
      <dgm:spPr/>
    </dgm:pt>
    <dgm:pt modelId="{966335BB-57E5-4519-AEB0-027DE2E34D9E}" type="pres">
      <dgm:prSet presAssocID="{77C28335-8881-4225-B97A-33A5EA1D3D0C}" presName="rootComposite" presStyleCnt="0"/>
      <dgm:spPr/>
    </dgm:pt>
    <dgm:pt modelId="{3EFEA15F-0FD7-4746-AB2A-3CAF35D12A05}" type="pres">
      <dgm:prSet presAssocID="{77C28335-8881-4225-B97A-33A5EA1D3D0C}" presName="rootText" presStyleLbl="node2" presStyleIdx="3" presStyleCnt="4">
        <dgm:presLayoutVars>
          <dgm:chPref val="3"/>
        </dgm:presLayoutVars>
      </dgm:prSet>
      <dgm:spPr/>
    </dgm:pt>
    <dgm:pt modelId="{6B92D6C1-44ED-43BD-871E-9FCEB622FA50}" type="pres">
      <dgm:prSet presAssocID="{77C28335-8881-4225-B97A-33A5EA1D3D0C}" presName="rootConnector" presStyleLbl="node2" presStyleIdx="3" presStyleCnt="4"/>
      <dgm:spPr/>
    </dgm:pt>
    <dgm:pt modelId="{B02292D7-C716-46C2-867E-2B3CC5D5144E}" type="pres">
      <dgm:prSet presAssocID="{77C28335-8881-4225-B97A-33A5EA1D3D0C}" presName="hierChild4" presStyleCnt="0"/>
      <dgm:spPr/>
    </dgm:pt>
    <dgm:pt modelId="{4425F0E3-82A0-49A8-ABA5-18366D23F621}" type="pres">
      <dgm:prSet presAssocID="{77C28335-8881-4225-B97A-33A5EA1D3D0C}" presName="hierChild5" presStyleCnt="0"/>
      <dgm:spPr/>
    </dgm:pt>
    <dgm:pt modelId="{78C33D48-C76B-4469-B9E1-BD9D7E607B0E}" type="pres">
      <dgm:prSet presAssocID="{2B20AADF-8D3A-457F-873B-AFD26457A330}" presName="hierChild3" presStyleCnt="0"/>
      <dgm:spPr/>
    </dgm:pt>
  </dgm:ptLst>
  <dgm:cxnLst>
    <dgm:cxn modelId="{9BA31606-E566-487F-AA81-AFB17C7DDDEB}" srcId="{2B20AADF-8D3A-457F-873B-AFD26457A330}" destId="{9F4D5774-15F6-4344-83B1-1FA981BB8FCC}" srcOrd="1" destOrd="0" parTransId="{0C12AC1E-D273-47C2-BD58-F7D47CB8A29D}" sibTransId="{234956EA-2ECD-43A4-9FB3-AADFD69BAFA6}"/>
    <dgm:cxn modelId="{ADB61409-88A3-46DA-99F4-441DE66E5207}" type="presOf" srcId="{CA19A8C5-5EC6-40CA-997A-78ACB5CF3CEC}" destId="{8FD18C62-92DB-4826-942D-3DFE88F78B79}" srcOrd="1" destOrd="0" presId="urn:microsoft.com/office/officeart/2005/8/layout/orgChart1"/>
    <dgm:cxn modelId="{20BF3C1F-A487-4082-B51E-027FF0E8D4B9}" type="presOf" srcId="{0C12AC1E-D273-47C2-BD58-F7D47CB8A29D}" destId="{447F5123-114A-4126-82F1-7C9AAE3ACE5F}" srcOrd="0" destOrd="0" presId="urn:microsoft.com/office/officeart/2005/8/layout/orgChart1"/>
    <dgm:cxn modelId="{A440961F-68CF-44B8-BA77-AE08D2E0DEEF}" type="presOf" srcId="{B69B8B61-697F-465C-8200-09B61C02511E}" destId="{F344B46F-1B82-4E5C-8A0A-C717A14A5816}" srcOrd="0" destOrd="0" presId="urn:microsoft.com/office/officeart/2005/8/layout/orgChart1"/>
    <dgm:cxn modelId="{B2EF9331-2BF1-4450-A6C9-B40BA6D3D00D}" srcId="{B6C3FF54-7575-4E0D-9F9B-494FA4983E31}" destId="{2B20AADF-8D3A-457F-873B-AFD26457A330}" srcOrd="0" destOrd="0" parTransId="{B7F812A5-B694-4F68-BA15-0D7B7A7E2896}" sibTransId="{95CD5428-6410-497F-8E10-58E769F49561}"/>
    <dgm:cxn modelId="{454A7938-1CE7-4A69-9995-BE1AD6A8DFD5}" type="presOf" srcId="{CA19A8C5-5EC6-40CA-997A-78ACB5CF3CEC}" destId="{6CABDEF3-AB3C-496A-B65F-B07A34EEEB58}" srcOrd="0" destOrd="0" presId="urn:microsoft.com/office/officeart/2005/8/layout/orgChart1"/>
    <dgm:cxn modelId="{27F77643-96D8-49E8-B05C-32266AE4771E}" type="presOf" srcId="{B6C3FF54-7575-4E0D-9F9B-494FA4983E31}" destId="{0E458A78-50C0-45F0-8DB9-9F6FC98B431A}" srcOrd="0" destOrd="0" presId="urn:microsoft.com/office/officeart/2005/8/layout/orgChart1"/>
    <dgm:cxn modelId="{0323D851-A5D5-4ADB-945C-DD1883463165}" srcId="{2B20AADF-8D3A-457F-873B-AFD26457A330}" destId="{77C28335-8881-4225-B97A-33A5EA1D3D0C}" srcOrd="3" destOrd="0" parTransId="{F4E039A6-A100-4868-84D5-E62FC6242490}" sibTransId="{BA1BF9FD-F26D-487F-B3B8-8CC8B8F99F31}"/>
    <dgm:cxn modelId="{AB07B653-5C10-46BE-BBC1-E6F53E672350}" type="presOf" srcId="{630F36FF-3F38-4F37-9973-F22BC0AB547E}" destId="{F1CC23D6-76D6-4D39-942F-3D5BA2C05B3B}" srcOrd="0" destOrd="0" presId="urn:microsoft.com/office/officeart/2005/8/layout/orgChart1"/>
    <dgm:cxn modelId="{3541657A-2CD0-47BC-A4A4-DA04A4293031}" type="presOf" srcId="{2B20AADF-8D3A-457F-873B-AFD26457A330}" destId="{8A794000-F9A6-41C0-A17E-829C50F07F32}" srcOrd="0" destOrd="0" presId="urn:microsoft.com/office/officeart/2005/8/layout/orgChart1"/>
    <dgm:cxn modelId="{6E572083-6D0F-4216-A4C4-D4DB2E6CD0EA}" srcId="{2B20AADF-8D3A-457F-873B-AFD26457A330}" destId="{B69B8B61-697F-465C-8200-09B61C02511E}" srcOrd="2" destOrd="0" parTransId="{FCA2AF11-B764-445E-AD95-02820BC03D2A}" sibTransId="{0EECF64A-4A38-4F3E-B3BC-88FEB3D9AAAA}"/>
    <dgm:cxn modelId="{3B067D91-41B1-432F-8BC5-61862B465889}" type="presOf" srcId="{2B20AADF-8D3A-457F-873B-AFD26457A330}" destId="{261A8BD6-A867-4AD9-B2BD-DD9836694263}" srcOrd="1" destOrd="0" presId="urn:microsoft.com/office/officeart/2005/8/layout/orgChart1"/>
    <dgm:cxn modelId="{24D8DF9C-DA46-4D7F-B368-665AB5F82EE6}" srcId="{630F36FF-3F38-4F37-9973-F22BC0AB547E}" destId="{CA19A8C5-5EC6-40CA-997A-78ACB5CF3CEC}" srcOrd="0" destOrd="0" parTransId="{A847BD33-A4BF-4D59-8B53-394038DACA47}" sibTransId="{B70A122E-3D98-4573-ACCC-BD1DFC784FC1}"/>
    <dgm:cxn modelId="{4F819BAA-94BC-4050-9A10-78CE710B27C5}" type="presOf" srcId="{77C28335-8881-4225-B97A-33A5EA1D3D0C}" destId="{3EFEA15F-0FD7-4746-AB2A-3CAF35D12A05}" srcOrd="0" destOrd="0" presId="urn:microsoft.com/office/officeart/2005/8/layout/orgChart1"/>
    <dgm:cxn modelId="{7556A5AB-EE0E-4B57-9EB4-1EDD7CD87B32}" type="presOf" srcId="{F4E039A6-A100-4868-84D5-E62FC6242490}" destId="{DB7965FC-7ACA-4BEA-80DB-F30029D1C633}" srcOrd="0" destOrd="0" presId="urn:microsoft.com/office/officeart/2005/8/layout/orgChart1"/>
    <dgm:cxn modelId="{7DB0DDB3-4436-44AF-9047-CDC393232423}" type="presOf" srcId="{B69B8B61-697F-465C-8200-09B61C02511E}" destId="{372E6B3A-CE7F-43F3-96A1-65EBDCD0F78A}" srcOrd="1" destOrd="0" presId="urn:microsoft.com/office/officeart/2005/8/layout/orgChart1"/>
    <dgm:cxn modelId="{567B3FBB-708F-416A-B332-83891A515990}" type="presOf" srcId="{E6B0B241-8C22-47CB-96D7-3BB03466AEA0}" destId="{C228FEA5-5EE1-4803-AB4A-8F45D4844316}" srcOrd="0" destOrd="0" presId="urn:microsoft.com/office/officeart/2005/8/layout/orgChart1"/>
    <dgm:cxn modelId="{C9FB07C0-462E-4D82-81B4-C92629B193E7}" type="presOf" srcId="{77C28335-8881-4225-B97A-33A5EA1D3D0C}" destId="{6B92D6C1-44ED-43BD-871E-9FCEB622FA50}" srcOrd="1" destOrd="0" presId="urn:microsoft.com/office/officeart/2005/8/layout/orgChart1"/>
    <dgm:cxn modelId="{ED3FE6C0-A873-4892-A4DD-FA03E9BFC947}" type="presOf" srcId="{9F4D5774-15F6-4344-83B1-1FA981BB8FCC}" destId="{2A33C383-06A5-4F69-A352-BCF72845D7DA}" srcOrd="1" destOrd="0" presId="urn:microsoft.com/office/officeart/2005/8/layout/orgChart1"/>
    <dgm:cxn modelId="{A34DE9C7-EB80-48F5-B14D-18EBFC6CE497}" srcId="{2B20AADF-8D3A-457F-873B-AFD26457A330}" destId="{630F36FF-3F38-4F37-9973-F22BC0AB547E}" srcOrd="0" destOrd="0" parTransId="{E6B0B241-8C22-47CB-96D7-3BB03466AEA0}" sibTransId="{A1755B42-D73F-497F-A50E-2E69DA39684E}"/>
    <dgm:cxn modelId="{B7CE0BD5-E36A-4923-8E91-03C4E9C691C5}" type="presOf" srcId="{9F4D5774-15F6-4344-83B1-1FA981BB8FCC}" destId="{2D026D1B-91EF-4C0A-ACB5-78C99E13CBC0}" srcOrd="0" destOrd="0" presId="urn:microsoft.com/office/officeart/2005/8/layout/orgChart1"/>
    <dgm:cxn modelId="{813E47D9-6388-4E2F-8193-D9FB42F33CC5}" type="presOf" srcId="{630F36FF-3F38-4F37-9973-F22BC0AB547E}" destId="{55561CC1-A6FF-4D46-A549-9F015A61A884}" srcOrd="1" destOrd="0" presId="urn:microsoft.com/office/officeart/2005/8/layout/orgChart1"/>
    <dgm:cxn modelId="{6EADAEFD-8982-417D-95F3-B386DD9E6F90}" type="presOf" srcId="{FCA2AF11-B764-445E-AD95-02820BC03D2A}" destId="{904880D0-FC3B-4D44-999B-70637B591A53}" srcOrd="0" destOrd="0" presId="urn:microsoft.com/office/officeart/2005/8/layout/orgChart1"/>
    <dgm:cxn modelId="{DED001FE-F31E-43E5-BE4C-E9FE0B473E6E}" type="presOf" srcId="{A847BD33-A4BF-4D59-8B53-394038DACA47}" destId="{6AE875F3-7683-4837-A282-54C67DBC75D2}" srcOrd="0" destOrd="0" presId="urn:microsoft.com/office/officeart/2005/8/layout/orgChart1"/>
    <dgm:cxn modelId="{B3236A81-B86D-4FCA-9FFC-BCF6F7D04E60}" type="presParOf" srcId="{0E458A78-50C0-45F0-8DB9-9F6FC98B431A}" destId="{7FFCE267-417C-4704-97A0-60D11B05623C}" srcOrd="0" destOrd="0" presId="urn:microsoft.com/office/officeart/2005/8/layout/orgChart1"/>
    <dgm:cxn modelId="{D432F5E4-5E4C-4B33-86A2-BD54EF327804}" type="presParOf" srcId="{7FFCE267-417C-4704-97A0-60D11B05623C}" destId="{98D60C6B-31C3-453A-92A9-22120E4F1D24}" srcOrd="0" destOrd="0" presId="urn:microsoft.com/office/officeart/2005/8/layout/orgChart1"/>
    <dgm:cxn modelId="{7027B068-D231-4F1E-BA42-6FA8ADCE536B}" type="presParOf" srcId="{98D60C6B-31C3-453A-92A9-22120E4F1D24}" destId="{8A794000-F9A6-41C0-A17E-829C50F07F32}" srcOrd="0" destOrd="0" presId="urn:microsoft.com/office/officeart/2005/8/layout/orgChart1"/>
    <dgm:cxn modelId="{DFB5A96C-4E3D-4808-9EE3-811CEACD7C0A}" type="presParOf" srcId="{98D60C6B-31C3-453A-92A9-22120E4F1D24}" destId="{261A8BD6-A867-4AD9-B2BD-DD9836694263}" srcOrd="1" destOrd="0" presId="urn:microsoft.com/office/officeart/2005/8/layout/orgChart1"/>
    <dgm:cxn modelId="{28317330-0BC5-4AEB-B71E-763CCADA7A65}" type="presParOf" srcId="{7FFCE267-417C-4704-97A0-60D11B05623C}" destId="{6B57A641-7C01-4724-8778-FA949265711B}" srcOrd="1" destOrd="0" presId="urn:microsoft.com/office/officeart/2005/8/layout/orgChart1"/>
    <dgm:cxn modelId="{785E575F-E252-4F5C-BC42-0D131065F776}" type="presParOf" srcId="{6B57A641-7C01-4724-8778-FA949265711B}" destId="{C228FEA5-5EE1-4803-AB4A-8F45D4844316}" srcOrd="0" destOrd="0" presId="urn:microsoft.com/office/officeart/2005/8/layout/orgChart1"/>
    <dgm:cxn modelId="{DE490724-E55D-4040-A9E9-C87AEA525B91}" type="presParOf" srcId="{6B57A641-7C01-4724-8778-FA949265711B}" destId="{6A2D94A6-24D1-4422-8717-1EC8C5D735F4}" srcOrd="1" destOrd="0" presId="urn:microsoft.com/office/officeart/2005/8/layout/orgChart1"/>
    <dgm:cxn modelId="{EECA25BF-FBB9-4CCE-9FF6-EA0D432DCDBB}" type="presParOf" srcId="{6A2D94A6-24D1-4422-8717-1EC8C5D735F4}" destId="{D6F7B1B5-45A3-4B82-922D-C41260969BA8}" srcOrd="0" destOrd="0" presId="urn:microsoft.com/office/officeart/2005/8/layout/orgChart1"/>
    <dgm:cxn modelId="{B5E1C4D8-9D34-4D77-9708-A04D0A9A75DB}" type="presParOf" srcId="{D6F7B1B5-45A3-4B82-922D-C41260969BA8}" destId="{F1CC23D6-76D6-4D39-942F-3D5BA2C05B3B}" srcOrd="0" destOrd="0" presId="urn:microsoft.com/office/officeart/2005/8/layout/orgChart1"/>
    <dgm:cxn modelId="{85BA9B46-758D-477E-971C-3D72EF49B5C7}" type="presParOf" srcId="{D6F7B1B5-45A3-4B82-922D-C41260969BA8}" destId="{55561CC1-A6FF-4D46-A549-9F015A61A884}" srcOrd="1" destOrd="0" presId="urn:microsoft.com/office/officeart/2005/8/layout/orgChart1"/>
    <dgm:cxn modelId="{85FE5633-4E11-477A-BD59-B9A2EF40049F}" type="presParOf" srcId="{6A2D94A6-24D1-4422-8717-1EC8C5D735F4}" destId="{3DEF9A72-DD17-4F7B-9CB5-815D90903A7C}" srcOrd="1" destOrd="0" presId="urn:microsoft.com/office/officeart/2005/8/layout/orgChart1"/>
    <dgm:cxn modelId="{FFEF7D3C-28DA-4882-A85E-C5AA02400981}" type="presParOf" srcId="{3DEF9A72-DD17-4F7B-9CB5-815D90903A7C}" destId="{6AE875F3-7683-4837-A282-54C67DBC75D2}" srcOrd="0" destOrd="0" presId="urn:microsoft.com/office/officeart/2005/8/layout/orgChart1"/>
    <dgm:cxn modelId="{27C87C86-40FF-4851-8A95-56831E54C71A}" type="presParOf" srcId="{3DEF9A72-DD17-4F7B-9CB5-815D90903A7C}" destId="{42A28A85-B9D4-454A-B3B9-8667F40A4641}" srcOrd="1" destOrd="0" presId="urn:microsoft.com/office/officeart/2005/8/layout/orgChart1"/>
    <dgm:cxn modelId="{556514F6-071E-4BCF-8D89-690BE14D670B}" type="presParOf" srcId="{42A28A85-B9D4-454A-B3B9-8667F40A4641}" destId="{BE698A21-8A09-468E-9104-F91D1716D50C}" srcOrd="0" destOrd="0" presId="urn:microsoft.com/office/officeart/2005/8/layout/orgChart1"/>
    <dgm:cxn modelId="{BDC13295-99A3-441C-ACA0-851676195191}" type="presParOf" srcId="{BE698A21-8A09-468E-9104-F91D1716D50C}" destId="{6CABDEF3-AB3C-496A-B65F-B07A34EEEB58}" srcOrd="0" destOrd="0" presId="urn:microsoft.com/office/officeart/2005/8/layout/orgChart1"/>
    <dgm:cxn modelId="{BA146910-D00C-4409-8870-DC29C3F34E99}" type="presParOf" srcId="{BE698A21-8A09-468E-9104-F91D1716D50C}" destId="{8FD18C62-92DB-4826-942D-3DFE88F78B79}" srcOrd="1" destOrd="0" presId="urn:microsoft.com/office/officeart/2005/8/layout/orgChart1"/>
    <dgm:cxn modelId="{B1CD71FE-2E32-4670-82A7-0A5368870C5E}" type="presParOf" srcId="{42A28A85-B9D4-454A-B3B9-8667F40A4641}" destId="{3DAEC175-5091-4F14-BD5F-A53ED21ABC98}" srcOrd="1" destOrd="0" presId="urn:microsoft.com/office/officeart/2005/8/layout/orgChart1"/>
    <dgm:cxn modelId="{BD11535A-F951-4E90-81E4-E3320EF6A7AA}" type="presParOf" srcId="{42A28A85-B9D4-454A-B3B9-8667F40A4641}" destId="{A1A72CC3-5693-43BF-9D88-280AAA227D20}" srcOrd="2" destOrd="0" presId="urn:microsoft.com/office/officeart/2005/8/layout/orgChart1"/>
    <dgm:cxn modelId="{922C801D-BF3B-43A4-8383-8B236176CF9A}" type="presParOf" srcId="{6A2D94A6-24D1-4422-8717-1EC8C5D735F4}" destId="{4E976C51-20D2-4C19-84B7-D23DA72EC9C2}" srcOrd="2" destOrd="0" presId="urn:microsoft.com/office/officeart/2005/8/layout/orgChart1"/>
    <dgm:cxn modelId="{5106D613-8E71-4E0E-B0BF-84DDF1F69DF4}" type="presParOf" srcId="{6B57A641-7C01-4724-8778-FA949265711B}" destId="{447F5123-114A-4126-82F1-7C9AAE3ACE5F}" srcOrd="2" destOrd="0" presId="urn:microsoft.com/office/officeart/2005/8/layout/orgChart1"/>
    <dgm:cxn modelId="{D0792FD5-BE22-413D-97EF-3A23CB9B6503}" type="presParOf" srcId="{6B57A641-7C01-4724-8778-FA949265711B}" destId="{27C834D5-38B0-477C-B2EC-67F749678AD1}" srcOrd="3" destOrd="0" presId="urn:microsoft.com/office/officeart/2005/8/layout/orgChart1"/>
    <dgm:cxn modelId="{1E281227-76E8-4C42-8420-215FAB9F8428}" type="presParOf" srcId="{27C834D5-38B0-477C-B2EC-67F749678AD1}" destId="{A1DE49F8-A2CF-42E7-AD2C-30F9B305A9F3}" srcOrd="0" destOrd="0" presId="urn:microsoft.com/office/officeart/2005/8/layout/orgChart1"/>
    <dgm:cxn modelId="{EBEE10CB-4B9E-4C78-8468-EFF0B3CB9C7C}" type="presParOf" srcId="{A1DE49F8-A2CF-42E7-AD2C-30F9B305A9F3}" destId="{2D026D1B-91EF-4C0A-ACB5-78C99E13CBC0}" srcOrd="0" destOrd="0" presId="urn:microsoft.com/office/officeart/2005/8/layout/orgChart1"/>
    <dgm:cxn modelId="{7E618FF2-5ADF-4680-89D5-F8D95B99F593}" type="presParOf" srcId="{A1DE49F8-A2CF-42E7-AD2C-30F9B305A9F3}" destId="{2A33C383-06A5-4F69-A352-BCF72845D7DA}" srcOrd="1" destOrd="0" presId="urn:microsoft.com/office/officeart/2005/8/layout/orgChart1"/>
    <dgm:cxn modelId="{729BCA69-78FC-4BD2-8870-338DFEB2BDF0}" type="presParOf" srcId="{27C834D5-38B0-477C-B2EC-67F749678AD1}" destId="{357E3CF8-5329-4BD2-BF20-90851871200D}" srcOrd="1" destOrd="0" presId="urn:microsoft.com/office/officeart/2005/8/layout/orgChart1"/>
    <dgm:cxn modelId="{E061ED9C-42C5-41C6-B197-0EBBBFABF1BD}" type="presParOf" srcId="{27C834D5-38B0-477C-B2EC-67F749678AD1}" destId="{05EB4B79-11EB-4E04-AA7A-1187610C5252}" srcOrd="2" destOrd="0" presId="urn:microsoft.com/office/officeart/2005/8/layout/orgChart1"/>
    <dgm:cxn modelId="{65CDBE10-B1EE-4453-8606-B71DC7043A1B}" type="presParOf" srcId="{6B57A641-7C01-4724-8778-FA949265711B}" destId="{904880D0-FC3B-4D44-999B-70637B591A53}" srcOrd="4" destOrd="0" presId="urn:microsoft.com/office/officeart/2005/8/layout/orgChart1"/>
    <dgm:cxn modelId="{FDEE88E3-A4A0-480A-AAAE-B5509D3C6E96}" type="presParOf" srcId="{6B57A641-7C01-4724-8778-FA949265711B}" destId="{128061E7-8544-4855-8080-BF3741D0989D}" srcOrd="5" destOrd="0" presId="urn:microsoft.com/office/officeart/2005/8/layout/orgChart1"/>
    <dgm:cxn modelId="{566C2551-B003-42CD-BE33-B1D1C0A09458}" type="presParOf" srcId="{128061E7-8544-4855-8080-BF3741D0989D}" destId="{3511D30E-8D8D-42D4-9772-3B9C04681368}" srcOrd="0" destOrd="0" presId="urn:microsoft.com/office/officeart/2005/8/layout/orgChart1"/>
    <dgm:cxn modelId="{0EDB1487-423C-48DE-A14D-EDA4B91550C9}" type="presParOf" srcId="{3511D30E-8D8D-42D4-9772-3B9C04681368}" destId="{F344B46F-1B82-4E5C-8A0A-C717A14A5816}" srcOrd="0" destOrd="0" presId="urn:microsoft.com/office/officeart/2005/8/layout/orgChart1"/>
    <dgm:cxn modelId="{F11843CA-E98D-44AC-9DA9-E3DF31F76394}" type="presParOf" srcId="{3511D30E-8D8D-42D4-9772-3B9C04681368}" destId="{372E6B3A-CE7F-43F3-96A1-65EBDCD0F78A}" srcOrd="1" destOrd="0" presId="urn:microsoft.com/office/officeart/2005/8/layout/orgChart1"/>
    <dgm:cxn modelId="{4FC25396-2E76-4C03-9DB7-98C700C3DB32}" type="presParOf" srcId="{128061E7-8544-4855-8080-BF3741D0989D}" destId="{C68638E9-E53B-461F-9607-355D96680579}" srcOrd="1" destOrd="0" presId="urn:microsoft.com/office/officeart/2005/8/layout/orgChart1"/>
    <dgm:cxn modelId="{A8843637-66E4-4CAF-842E-BF8D79E2CBDE}" type="presParOf" srcId="{128061E7-8544-4855-8080-BF3741D0989D}" destId="{2B316585-62F7-446E-8F97-58EE057C1EDA}" srcOrd="2" destOrd="0" presId="urn:microsoft.com/office/officeart/2005/8/layout/orgChart1"/>
    <dgm:cxn modelId="{17E3BF39-1A6C-43BA-A1FE-2C9C4745D7C8}" type="presParOf" srcId="{6B57A641-7C01-4724-8778-FA949265711B}" destId="{DB7965FC-7ACA-4BEA-80DB-F30029D1C633}" srcOrd="6" destOrd="0" presId="urn:microsoft.com/office/officeart/2005/8/layout/orgChart1"/>
    <dgm:cxn modelId="{645166F2-7EC2-423D-8C23-A4285DF21449}" type="presParOf" srcId="{6B57A641-7C01-4724-8778-FA949265711B}" destId="{81DAF9D4-889D-4D05-9277-821A8B38AEB6}" srcOrd="7" destOrd="0" presId="urn:microsoft.com/office/officeart/2005/8/layout/orgChart1"/>
    <dgm:cxn modelId="{DDAA6010-52DB-470D-88D2-D1175125D4B5}" type="presParOf" srcId="{81DAF9D4-889D-4D05-9277-821A8B38AEB6}" destId="{966335BB-57E5-4519-AEB0-027DE2E34D9E}" srcOrd="0" destOrd="0" presId="urn:microsoft.com/office/officeart/2005/8/layout/orgChart1"/>
    <dgm:cxn modelId="{21C2EFD1-16A0-447A-B54E-FB1A23E0ACB4}" type="presParOf" srcId="{966335BB-57E5-4519-AEB0-027DE2E34D9E}" destId="{3EFEA15F-0FD7-4746-AB2A-3CAF35D12A05}" srcOrd="0" destOrd="0" presId="urn:microsoft.com/office/officeart/2005/8/layout/orgChart1"/>
    <dgm:cxn modelId="{1755A823-DA5E-4752-898B-19D4541F87B4}" type="presParOf" srcId="{966335BB-57E5-4519-AEB0-027DE2E34D9E}" destId="{6B92D6C1-44ED-43BD-871E-9FCEB622FA50}" srcOrd="1" destOrd="0" presId="urn:microsoft.com/office/officeart/2005/8/layout/orgChart1"/>
    <dgm:cxn modelId="{4CC3D713-71B8-4F54-88C0-1194FEE75C06}" type="presParOf" srcId="{81DAF9D4-889D-4D05-9277-821A8B38AEB6}" destId="{B02292D7-C716-46C2-867E-2B3CC5D5144E}" srcOrd="1" destOrd="0" presId="urn:microsoft.com/office/officeart/2005/8/layout/orgChart1"/>
    <dgm:cxn modelId="{ED7004E6-D29B-4604-A5C3-9981A2302350}" type="presParOf" srcId="{81DAF9D4-889D-4D05-9277-821A8B38AEB6}" destId="{4425F0E3-82A0-49A8-ABA5-18366D23F621}" srcOrd="2" destOrd="0" presId="urn:microsoft.com/office/officeart/2005/8/layout/orgChart1"/>
    <dgm:cxn modelId="{6138F953-E086-4A14-B181-6DC38FE38879}" type="presParOf" srcId="{7FFCE267-417C-4704-97A0-60D11B05623C}" destId="{78C33D48-C76B-4469-B9E1-BD9D7E607B0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CFE04-EFCA-4B01-BEA3-EA0F94C4C247}">
      <dsp:nvSpPr>
        <dsp:cNvPr id="0" name=""/>
        <dsp:cNvSpPr/>
      </dsp:nvSpPr>
      <dsp:spPr>
        <a:xfrm>
          <a:off x="3806238" y="1559108"/>
          <a:ext cx="193053" cy="592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030"/>
              </a:lnTo>
              <a:lnTo>
                <a:pt x="193053" y="59203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D18D0B-C015-43EA-B825-ECE646E4610F}">
      <dsp:nvSpPr>
        <dsp:cNvPr id="0" name=""/>
        <dsp:cNvSpPr/>
      </dsp:nvSpPr>
      <dsp:spPr>
        <a:xfrm>
          <a:off x="2748988" y="643511"/>
          <a:ext cx="1572058" cy="272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948"/>
              </a:lnTo>
              <a:lnTo>
                <a:pt x="1572058" y="136948"/>
              </a:lnTo>
              <a:lnTo>
                <a:pt x="1572058" y="27208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6FE02D-2803-48C7-A371-F8888E86138E}">
      <dsp:nvSpPr>
        <dsp:cNvPr id="0" name=""/>
        <dsp:cNvSpPr/>
      </dsp:nvSpPr>
      <dsp:spPr>
        <a:xfrm>
          <a:off x="2248941" y="1559108"/>
          <a:ext cx="193053" cy="24196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9601"/>
              </a:lnTo>
              <a:lnTo>
                <a:pt x="193053" y="241960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BB6813-2886-40B5-AD81-6484798E8EC6}">
      <dsp:nvSpPr>
        <dsp:cNvPr id="0" name=""/>
        <dsp:cNvSpPr/>
      </dsp:nvSpPr>
      <dsp:spPr>
        <a:xfrm>
          <a:off x="2248941" y="1559108"/>
          <a:ext cx="167171" cy="1505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5815"/>
              </a:lnTo>
              <a:lnTo>
                <a:pt x="167171" y="150581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9E8D1-1B72-4206-A1B0-0E15053021A4}">
      <dsp:nvSpPr>
        <dsp:cNvPr id="0" name=""/>
        <dsp:cNvSpPr/>
      </dsp:nvSpPr>
      <dsp:spPr>
        <a:xfrm>
          <a:off x="2248941" y="1559108"/>
          <a:ext cx="193053" cy="592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030"/>
              </a:lnTo>
              <a:lnTo>
                <a:pt x="193053" y="59203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01979F-BF98-45C4-B3B0-7FDC59607276}">
      <dsp:nvSpPr>
        <dsp:cNvPr id="0" name=""/>
        <dsp:cNvSpPr/>
      </dsp:nvSpPr>
      <dsp:spPr>
        <a:xfrm>
          <a:off x="2703268" y="643511"/>
          <a:ext cx="91440" cy="2720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6948"/>
              </a:lnTo>
              <a:lnTo>
                <a:pt x="60482" y="136948"/>
              </a:lnTo>
              <a:lnTo>
                <a:pt x="60482" y="27208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32C979-25C8-4309-BC96-42ED3C6316ED}">
      <dsp:nvSpPr>
        <dsp:cNvPr id="0" name=""/>
        <dsp:cNvSpPr/>
      </dsp:nvSpPr>
      <dsp:spPr>
        <a:xfrm>
          <a:off x="715223" y="1496217"/>
          <a:ext cx="169475" cy="24824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2492"/>
              </a:lnTo>
              <a:lnTo>
                <a:pt x="169475" y="248249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3BBCF6-8DE9-4A20-A4D6-7ADEEB57EBCF}">
      <dsp:nvSpPr>
        <dsp:cNvPr id="0" name=""/>
        <dsp:cNvSpPr/>
      </dsp:nvSpPr>
      <dsp:spPr>
        <a:xfrm>
          <a:off x="715223" y="1496217"/>
          <a:ext cx="169475" cy="1568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8706"/>
              </a:lnTo>
              <a:lnTo>
                <a:pt x="169475" y="156870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73E8A-4428-4AE4-9083-0DF1B0C6A054}">
      <dsp:nvSpPr>
        <dsp:cNvPr id="0" name=""/>
        <dsp:cNvSpPr/>
      </dsp:nvSpPr>
      <dsp:spPr>
        <a:xfrm>
          <a:off x="715223" y="1496217"/>
          <a:ext cx="169475" cy="654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4920"/>
              </a:lnTo>
              <a:lnTo>
                <a:pt x="169475" y="6549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A9CBA-A2B5-4F74-A930-8959D13A63F9}">
      <dsp:nvSpPr>
        <dsp:cNvPr id="0" name=""/>
        <dsp:cNvSpPr/>
      </dsp:nvSpPr>
      <dsp:spPr>
        <a:xfrm>
          <a:off x="1230032" y="643511"/>
          <a:ext cx="1518956" cy="209195"/>
        </a:xfrm>
        <a:custGeom>
          <a:avLst/>
          <a:gdLst/>
          <a:ahLst/>
          <a:cxnLst/>
          <a:rect l="0" t="0" r="0" b="0"/>
          <a:pathLst>
            <a:path>
              <a:moveTo>
                <a:pt x="1518956" y="0"/>
              </a:moveTo>
              <a:lnTo>
                <a:pt x="1518956" y="74058"/>
              </a:lnTo>
              <a:lnTo>
                <a:pt x="0" y="74058"/>
              </a:lnTo>
              <a:lnTo>
                <a:pt x="0" y="20919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AC7BE-03D0-425D-927F-C555717B293A}">
      <dsp:nvSpPr>
        <dsp:cNvPr id="0" name=""/>
        <dsp:cNvSpPr/>
      </dsp:nvSpPr>
      <dsp:spPr>
        <a:xfrm>
          <a:off x="2105477" y="0"/>
          <a:ext cx="1287022" cy="6435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Collection</a:t>
          </a:r>
          <a:endParaRPr lang="ko-KR" altLang="en-US" sz="1500" kern="1200" dirty="0"/>
        </a:p>
      </dsp:txBody>
      <dsp:txXfrm>
        <a:off x="2105477" y="0"/>
        <a:ext cx="1287022" cy="643511"/>
      </dsp:txXfrm>
    </dsp:sp>
    <dsp:sp modelId="{2AA1060C-4A6F-4E1B-86DA-21E4C6D56A97}">
      <dsp:nvSpPr>
        <dsp:cNvPr id="0" name=""/>
        <dsp:cNvSpPr/>
      </dsp:nvSpPr>
      <dsp:spPr>
        <a:xfrm>
          <a:off x="586521" y="852706"/>
          <a:ext cx="1287022" cy="6435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Set</a:t>
          </a:r>
          <a:endParaRPr lang="ko-KR" altLang="en-US" sz="1500" kern="1200" dirty="0"/>
        </a:p>
      </dsp:txBody>
      <dsp:txXfrm>
        <a:off x="586521" y="852706"/>
        <a:ext cx="1287022" cy="643511"/>
      </dsp:txXfrm>
    </dsp:sp>
    <dsp:sp modelId="{366305D3-3E26-4743-98A5-339306499BEC}">
      <dsp:nvSpPr>
        <dsp:cNvPr id="0" name=""/>
        <dsp:cNvSpPr/>
      </dsp:nvSpPr>
      <dsp:spPr>
        <a:xfrm>
          <a:off x="884698" y="1829382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HashSet</a:t>
          </a:r>
          <a:endParaRPr lang="ko-KR" altLang="en-US" sz="1500" kern="1200" dirty="0"/>
        </a:p>
      </dsp:txBody>
      <dsp:txXfrm>
        <a:off x="884698" y="1829382"/>
        <a:ext cx="1287022" cy="643511"/>
      </dsp:txXfrm>
    </dsp:sp>
    <dsp:sp modelId="{5B1D1720-2CCB-4AB1-9B6F-03F9998971E2}">
      <dsp:nvSpPr>
        <dsp:cNvPr id="0" name=""/>
        <dsp:cNvSpPr/>
      </dsp:nvSpPr>
      <dsp:spPr>
        <a:xfrm>
          <a:off x="884698" y="2743168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LinkedHashSet</a:t>
          </a:r>
          <a:endParaRPr lang="ko-KR" altLang="en-US" sz="1500" kern="1200" dirty="0"/>
        </a:p>
      </dsp:txBody>
      <dsp:txXfrm>
        <a:off x="884698" y="2743168"/>
        <a:ext cx="1287022" cy="643511"/>
      </dsp:txXfrm>
    </dsp:sp>
    <dsp:sp modelId="{F0B42389-EA8A-4C0B-97DA-5CF4BD71A5C7}">
      <dsp:nvSpPr>
        <dsp:cNvPr id="0" name=""/>
        <dsp:cNvSpPr/>
      </dsp:nvSpPr>
      <dsp:spPr>
        <a:xfrm>
          <a:off x="884698" y="3656954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TreeSet</a:t>
          </a:r>
          <a:endParaRPr lang="ko-KR" altLang="en-US" sz="1500" kern="1200" dirty="0"/>
        </a:p>
      </dsp:txBody>
      <dsp:txXfrm>
        <a:off x="884698" y="3656954"/>
        <a:ext cx="1287022" cy="643511"/>
      </dsp:txXfrm>
    </dsp:sp>
    <dsp:sp modelId="{C93A2F52-52DF-437C-9710-64F97A114804}">
      <dsp:nvSpPr>
        <dsp:cNvPr id="0" name=""/>
        <dsp:cNvSpPr/>
      </dsp:nvSpPr>
      <dsp:spPr>
        <a:xfrm>
          <a:off x="2120239" y="915597"/>
          <a:ext cx="1287022" cy="6435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List</a:t>
          </a:r>
          <a:endParaRPr lang="ko-KR" altLang="en-US" sz="1500" kern="1200" dirty="0"/>
        </a:p>
      </dsp:txBody>
      <dsp:txXfrm>
        <a:off x="2120239" y="915597"/>
        <a:ext cx="1287022" cy="643511"/>
      </dsp:txXfrm>
    </dsp:sp>
    <dsp:sp modelId="{666D519D-66F1-47C5-AFD7-DD591E4E6176}">
      <dsp:nvSpPr>
        <dsp:cNvPr id="0" name=""/>
        <dsp:cNvSpPr/>
      </dsp:nvSpPr>
      <dsp:spPr>
        <a:xfrm>
          <a:off x="2441995" y="1829382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ArrayList</a:t>
          </a:r>
          <a:endParaRPr lang="ko-KR" altLang="en-US" sz="1500" kern="1200" dirty="0"/>
        </a:p>
      </dsp:txBody>
      <dsp:txXfrm>
        <a:off x="2441995" y="1829382"/>
        <a:ext cx="1287022" cy="643511"/>
      </dsp:txXfrm>
    </dsp:sp>
    <dsp:sp modelId="{E7FFE6EC-5519-4A57-8ACF-34E5184504CC}">
      <dsp:nvSpPr>
        <dsp:cNvPr id="0" name=""/>
        <dsp:cNvSpPr/>
      </dsp:nvSpPr>
      <dsp:spPr>
        <a:xfrm>
          <a:off x="2416113" y="2743168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Vector</a:t>
          </a:r>
          <a:endParaRPr lang="ko-KR" altLang="en-US" sz="1500" kern="1200" dirty="0"/>
        </a:p>
      </dsp:txBody>
      <dsp:txXfrm>
        <a:off x="2416113" y="2743168"/>
        <a:ext cx="1287022" cy="643511"/>
      </dsp:txXfrm>
    </dsp:sp>
    <dsp:sp modelId="{5F737427-4670-4401-80F1-7AD842B3B69F}">
      <dsp:nvSpPr>
        <dsp:cNvPr id="0" name=""/>
        <dsp:cNvSpPr/>
      </dsp:nvSpPr>
      <dsp:spPr>
        <a:xfrm>
          <a:off x="2441995" y="3656954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LinkedList</a:t>
          </a:r>
          <a:endParaRPr lang="ko-KR" altLang="en-US" sz="1500" kern="1200" dirty="0"/>
        </a:p>
      </dsp:txBody>
      <dsp:txXfrm>
        <a:off x="2441995" y="3656954"/>
        <a:ext cx="1287022" cy="643511"/>
      </dsp:txXfrm>
    </dsp:sp>
    <dsp:sp modelId="{34B64A27-A688-4F38-B1E1-AC656EFB4D8C}">
      <dsp:nvSpPr>
        <dsp:cNvPr id="0" name=""/>
        <dsp:cNvSpPr/>
      </dsp:nvSpPr>
      <dsp:spPr>
        <a:xfrm>
          <a:off x="3677536" y="915597"/>
          <a:ext cx="1287022" cy="6435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Queue</a:t>
          </a:r>
          <a:endParaRPr lang="ko-KR" altLang="en-US" sz="1500" kern="1200" dirty="0"/>
        </a:p>
      </dsp:txBody>
      <dsp:txXfrm>
        <a:off x="3677536" y="915597"/>
        <a:ext cx="1287022" cy="643511"/>
      </dsp:txXfrm>
    </dsp:sp>
    <dsp:sp modelId="{8BFA4727-F5DE-4660-9FB4-1494504572C4}">
      <dsp:nvSpPr>
        <dsp:cNvPr id="0" name=""/>
        <dsp:cNvSpPr/>
      </dsp:nvSpPr>
      <dsp:spPr>
        <a:xfrm>
          <a:off x="3999292" y="1829382"/>
          <a:ext cx="1287022" cy="643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PriorityQueue</a:t>
          </a:r>
          <a:endParaRPr lang="ko-KR" altLang="en-US" sz="1500" kern="1200" dirty="0"/>
        </a:p>
      </dsp:txBody>
      <dsp:txXfrm>
        <a:off x="3999292" y="1829382"/>
        <a:ext cx="1287022" cy="6435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965FC-7ACA-4BEA-80DB-F30029D1C633}">
      <dsp:nvSpPr>
        <dsp:cNvPr id="0" name=""/>
        <dsp:cNvSpPr/>
      </dsp:nvSpPr>
      <dsp:spPr>
        <a:xfrm>
          <a:off x="3134929" y="1463036"/>
          <a:ext cx="2455295" cy="284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41"/>
              </a:lnTo>
              <a:lnTo>
                <a:pt x="2455295" y="142041"/>
              </a:lnTo>
              <a:lnTo>
                <a:pt x="2455295" y="2840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880D0-FC3B-4D44-999B-70637B591A53}">
      <dsp:nvSpPr>
        <dsp:cNvPr id="0" name=""/>
        <dsp:cNvSpPr/>
      </dsp:nvSpPr>
      <dsp:spPr>
        <a:xfrm>
          <a:off x="3134929" y="1463036"/>
          <a:ext cx="818431" cy="284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41"/>
              </a:lnTo>
              <a:lnTo>
                <a:pt x="818431" y="142041"/>
              </a:lnTo>
              <a:lnTo>
                <a:pt x="818431" y="2840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7F5123-114A-4126-82F1-7C9AAE3ACE5F}">
      <dsp:nvSpPr>
        <dsp:cNvPr id="0" name=""/>
        <dsp:cNvSpPr/>
      </dsp:nvSpPr>
      <dsp:spPr>
        <a:xfrm>
          <a:off x="2316497" y="1463036"/>
          <a:ext cx="818431" cy="284083"/>
        </a:xfrm>
        <a:custGeom>
          <a:avLst/>
          <a:gdLst/>
          <a:ahLst/>
          <a:cxnLst/>
          <a:rect l="0" t="0" r="0" b="0"/>
          <a:pathLst>
            <a:path>
              <a:moveTo>
                <a:pt x="818431" y="0"/>
              </a:moveTo>
              <a:lnTo>
                <a:pt x="818431" y="142041"/>
              </a:lnTo>
              <a:lnTo>
                <a:pt x="0" y="142041"/>
              </a:lnTo>
              <a:lnTo>
                <a:pt x="0" y="2840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E875F3-7683-4837-A282-54C67DBC75D2}">
      <dsp:nvSpPr>
        <dsp:cNvPr id="0" name=""/>
        <dsp:cNvSpPr/>
      </dsp:nvSpPr>
      <dsp:spPr>
        <a:xfrm>
          <a:off x="138521" y="2423510"/>
          <a:ext cx="202917" cy="622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2278"/>
              </a:lnTo>
              <a:lnTo>
                <a:pt x="202917" y="62227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28FEA5-5EE1-4803-AB4A-8F45D4844316}">
      <dsp:nvSpPr>
        <dsp:cNvPr id="0" name=""/>
        <dsp:cNvSpPr/>
      </dsp:nvSpPr>
      <dsp:spPr>
        <a:xfrm>
          <a:off x="679633" y="1463036"/>
          <a:ext cx="2455295" cy="284083"/>
        </a:xfrm>
        <a:custGeom>
          <a:avLst/>
          <a:gdLst/>
          <a:ahLst/>
          <a:cxnLst/>
          <a:rect l="0" t="0" r="0" b="0"/>
          <a:pathLst>
            <a:path>
              <a:moveTo>
                <a:pt x="2455295" y="0"/>
              </a:moveTo>
              <a:lnTo>
                <a:pt x="2455295" y="142041"/>
              </a:lnTo>
              <a:lnTo>
                <a:pt x="0" y="142041"/>
              </a:lnTo>
              <a:lnTo>
                <a:pt x="0" y="2840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794000-F9A6-41C0-A17E-829C50F07F32}">
      <dsp:nvSpPr>
        <dsp:cNvPr id="0" name=""/>
        <dsp:cNvSpPr/>
      </dsp:nvSpPr>
      <dsp:spPr>
        <a:xfrm>
          <a:off x="2458538" y="786646"/>
          <a:ext cx="1352780" cy="6763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Map</a:t>
          </a:r>
          <a:endParaRPr lang="ko-KR" altLang="en-US" sz="1400" kern="1200" dirty="0"/>
        </a:p>
      </dsp:txBody>
      <dsp:txXfrm>
        <a:off x="2458538" y="786646"/>
        <a:ext cx="1352780" cy="676390"/>
      </dsp:txXfrm>
    </dsp:sp>
    <dsp:sp modelId="{F1CC23D6-76D6-4D39-942F-3D5BA2C05B3B}">
      <dsp:nvSpPr>
        <dsp:cNvPr id="0" name=""/>
        <dsp:cNvSpPr/>
      </dsp:nvSpPr>
      <dsp:spPr>
        <a:xfrm>
          <a:off x="3243" y="1747120"/>
          <a:ext cx="1352780" cy="6763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 err="1"/>
            <a:t>SortedMap</a:t>
          </a:r>
          <a:endParaRPr lang="en-US" altLang="ko-KR" sz="1400" kern="1200" dirty="0"/>
        </a:p>
      </dsp:txBody>
      <dsp:txXfrm>
        <a:off x="3243" y="1747120"/>
        <a:ext cx="1352780" cy="676390"/>
      </dsp:txXfrm>
    </dsp:sp>
    <dsp:sp modelId="{6CABDEF3-AB3C-496A-B65F-B07A34EEEB58}">
      <dsp:nvSpPr>
        <dsp:cNvPr id="0" name=""/>
        <dsp:cNvSpPr/>
      </dsp:nvSpPr>
      <dsp:spPr>
        <a:xfrm>
          <a:off x="341438" y="2707594"/>
          <a:ext cx="1352780" cy="6763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 err="1"/>
            <a:t>LTreeMap</a:t>
          </a:r>
          <a:endParaRPr lang="en-US" altLang="ko-KR" sz="1400" kern="1200" dirty="0"/>
        </a:p>
      </dsp:txBody>
      <dsp:txXfrm>
        <a:off x="341438" y="2707594"/>
        <a:ext cx="1352780" cy="676390"/>
      </dsp:txXfrm>
    </dsp:sp>
    <dsp:sp modelId="{2D026D1B-91EF-4C0A-ACB5-78C99E13CBC0}">
      <dsp:nvSpPr>
        <dsp:cNvPr id="0" name=""/>
        <dsp:cNvSpPr/>
      </dsp:nvSpPr>
      <dsp:spPr>
        <a:xfrm>
          <a:off x="1640107" y="1747120"/>
          <a:ext cx="1352780" cy="6763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 err="1"/>
            <a:t>HashTable</a:t>
          </a:r>
          <a:endParaRPr lang="ko-KR" altLang="en-US" sz="1400" kern="1200" dirty="0"/>
        </a:p>
      </dsp:txBody>
      <dsp:txXfrm>
        <a:off x="1640107" y="1747120"/>
        <a:ext cx="1352780" cy="676390"/>
      </dsp:txXfrm>
    </dsp:sp>
    <dsp:sp modelId="{F344B46F-1B82-4E5C-8A0A-C717A14A5816}">
      <dsp:nvSpPr>
        <dsp:cNvPr id="0" name=""/>
        <dsp:cNvSpPr/>
      </dsp:nvSpPr>
      <dsp:spPr>
        <a:xfrm>
          <a:off x="3276970" y="1747120"/>
          <a:ext cx="1352780" cy="6763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 err="1"/>
            <a:t>LinkedHashMap</a:t>
          </a:r>
          <a:endParaRPr lang="ko-KR" altLang="en-US" sz="1400" kern="1200" dirty="0"/>
        </a:p>
      </dsp:txBody>
      <dsp:txXfrm>
        <a:off x="3276970" y="1747120"/>
        <a:ext cx="1352780" cy="676390"/>
      </dsp:txXfrm>
    </dsp:sp>
    <dsp:sp modelId="{3EFEA15F-0FD7-4746-AB2A-3CAF35D12A05}">
      <dsp:nvSpPr>
        <dsp:cNvPr id="0" name=""/>
        <dsp:cNvSpPr/>
      </dsp:nvSpPr>
      <dsp:spPr>
        <a:xfrm>
          <a:off x="4913834" y="1747120"/>
          <a:ext cx="1352780" cy="6763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 err="1"/>
            <a:t>HashMap</a:t>
          </a:r>
          <a:endParaRPr lang="ko-KR" altLang="en-US" sz="1400" kern="1200" dirty="0"/>
        </a:p>
      </dsp:txBody>
      <dsp:txXfrm>
        <a:off x="4913834" y="1747120"/>
        <a:ext cx="1352780" cy="676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65277-CC20-4E77-B442-345C6E0F0FE3}" type="datetimeFigureOut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81071-990F-41FC-83A2-7B31EBBAE4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75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94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2510" y="173708"/>
            <a:ext cx="11822266" cy="738745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722443" y="6492275"/>
            <a:ext cx="453081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90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5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4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16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4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5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8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36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86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4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049482"/>
            <a:ext cx="10363826" cy="474171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2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5991" y="117298"/>
            <a:ext cx="11929216" cy="68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3465" y="940036"/>
            <a:ext cx="11801741" cy="577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776817" y="6492875"/>
            <a:ext cx="4151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95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8/docs/api/java/util/package-summary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oracle.com/javase/8/docs/api/java/util/package-summary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package-summary.html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hyperlink" Target="https://docs.oracle.com/javase/8/docs/api/java/util/package-summary.html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51013" y="2115403"/>
            <a:ext cx="9044366" cy="1591078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10장 DAO</a:t>
            </a:r>
            <a:r>
              <a:rPr lang="ko-KR" altLang="en-US"/>
              <a:t>와 </a:t>
            </a:r>
            <a:r>
              <a:rPr lang="en-US" altLang="ko-KR"/>
              <a:t>DTO</a:t>
            </a:r>
            <a:br>
              <a:rPr lang="en-US" altLang="ko-KR"/>
            </a:br>
            <a:r>
              <a:rPr lang="en-US" altLang="ko-KR"/>
              <a:t>(DBCP, Java Bean)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2227997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동의과학대학교</a:t>
            </a:r>
            <a:endParaRPr lang="en-US" altLang="ko-KR" sz="2800" dirty="0"/>
          </a:p>
          <a:p>
            <a:r>
              <a:rPr lang="ko-KR" altLang="en-US" sz="2800" dirty="0"/>
              <a:t>컴퓨터정보과</a:t>
            </a:r>
            <a:endParaRPr lang="en-US" altLang="ko-KR" sz="2800" dirty="0"/>
          </a:p>
          <a:p>
            <a:r>
              <a:rPr lang="ko-KR" altLang="en-US" sz="2800" dirty="0"/>
              <a:t>김진숙</a:t>
            </a:r>
            <a:endParaRPr lang="en-US" altLang="ko-KR" sz="2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1019DF-B31B-414F-89E3-52FD5CAC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0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8527" y="389916"/>
            <a:ext cx="2842977" cy="555656"/>
          </a:xfrm>
        </p:spPr>
        <p:txBody>
          <a:bodyPr>
            <a:noAutofit/>
          </a:bodyPr>
          <a:lstStyle/>
          <a:p>
            <a:r>
              <a:rPr lang="ko-KR" altLang="en-US" sz="4800" dirty="0"/>
              <a:t>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2752940" y="320905"/>
            <a:ext cx="4933196" cy="6368111"/>
          </a:xfrm>
        </p:spPr>
        <p:txBody>
          <a:bodyPr>
            <a:normAutofit fontScale="55000" lnSpcReduction="20000"/>
          </a:bodyPr>
          <a:lstStyle/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3600" dirty="0"/>
              <a:t>테이블 작성</a:t>
            </a:r>
            <a:endParaRPr lang="en-US" altLang="ko-KR" sz="3600" dirty="0"/>
          </a:p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3600" dirty="0"/>
              <a:t>설계도</a:t>
            </a:r>
            <a:r>
              <a:rPr lang="en-US" altLang="ko-KR" sz="3600" dirty="0"/>
              <a:t>(Model</a:t>
            </a:r>
            <a:r>
              <a:rPr lang="ko-KR" altLang="en-US" sz="3600" dirty="0"/>
              <a:t> 설계</a:t>
            </a:r>
            <a:r>
              <a:rPr lang="en-US" altLang="ko-KR" sz="3600" dirty="0"/>
              <a:t>, View</a:t>
            </a:r>
            <a:r>
              <a:rPr lang="ko-KR" altLang="en-US" sz="3600" dirty="0"/>
              <a:t> 설계</a:t>
            </a:r>
            <a:r>
              <a:rPr lang="en-US" altLang="ko-KR" sz="3600" dirty="0"/>
              <a:t>)</a:t>
            </a:r>
          </a:p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3600" dirty="0"/>
              <a:t>메인 화면</a:t>
            </a:r>
            <a:endParaRPr lang="en-US" altLang="ko-KR" sz="3600" dirty="0"/>
          </a:p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3600" dirty="0" err="1"/>
              <a:t>LoginDTO</a:t>
            </a:r>
            <a:r>
              <a:rPr lang="en-US" altLang="ko-KR" sz="3600" dirty="0"/>
              <a:t> </a:t>
            </a:r>
            <a:r>
              <a:rPr lang="ko-KR" altLang="en-US" sz="3600" dirty="0"/>
              <a:t>객체</a:t>
            </a:r>
            <a:r>
              <a:rPr lang="en-US" altLang="ko-KR" sz="3600" dirty="0"/>
              <a:t> </a:t>
            </a:r>
            <a:r>
              <a:rPr lang="ko-KR" altLang="en-US" sz="3600" dirty="0"/>
              <a:t>구현</a:t>
            </a:r>
            <a:endParaRPr lang="en-US" altLang="ko-KR" sz="3600" dirty="0"/>
          </a:p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3600" dirty="0" err="1"/>
              <a:t>LoginDAO</a:t>
            </a:r>
            <a:r>
              <a:rPr lang="en-US" altLang="ko-KR" sz="3600" dirty="0"/>
              <a:t> </a:t>
            </a:r>
            <a:r>
              <a:rPr lang="ko-KR" altLang="en-US" sz="3600" dirty="0"/>
              <a:t>객체</a:t>
            </a:r>
            <a:r>
              <a:rPr lang="en-US" altLang="ko-KR" sz="3600" dirty="0"/>
              <a:t>/</a:t>
            </a:r>
            <a:r>
              <a:rPr lang="en-US" altLang="ko-KR" sz="3600"/>
              <a:t>JSP </a:t>
            </a:r>
            <a:r>
              <a:rPr lang="ko-KR" altLang="en-US" sz="3600"/>
              <a:t>다시 작성</a:t>
            </a:r>
            <a:endParaRPr lang="en-US" altLang="ko-KR" sz="3600" dirty="0"/>
          </a:p>
          <a:p>
            <a:pPr lvl="1">
              <a:lnSpc>
                <a:spcPct val="120000"/>
              </a:lnSpc>
            </a:pPr>
            <a:r>
              <a:rPr lang="en-US" altLang="ko-KR" sz="3600"/>
              <a:t>insert </a:t>
            </a:r>
            <a:r>
              <a:rPr lang="ko-KR" altLang="en-US" sz="3600"/>
              <a:t>기능 구현</a:t>
            </a:r>
            <a:endParaRPr lang="en-US" altLang="ko-KR" sz="3600"/>
          </a:p>
          <a:p>
            <a:pPr lvl="1">
              <a:lnSpc>
                <a:spcPct val="120000"/>
              </a:lnSpc>
            </a:pPr>
            <a:r>
              <a:rPr lang="en-US" altLang="ko-KR" sz="3600"/>
              <a:t>select </a:t>
            </a:r>
            <a:r>
              <a:rPr lang="ko-KR" altLang="en-US" sz="3600" dirty="0"/>
              <a:t>기능 구현</a:t>
            </a:r>
            <a:endParaRPr lang="en-US" altLang="ko-KR" sz="3600" dirty="0"/>
          </a:p>
          <a:p>
            <a:pPr lvl="1">
              <a:lnSpc>
                <a:spcPct val="120000"/>
              </a:lnSpc>
            </a:pPr>
            <a:r>
              <a:rPr lang="en-US" altLang="ko-KR" sz="3400"/>
              <a:t>update</a:t>
            </a:r>
            <a:r>
              <a:rPr lang="ko-KR" altLang="en-US" sz="3600"/>
              <a:t> </a:t>
            </a:r>
            <a:r>
              <a:rPr lang="ko-KR" altLang="en-US" sz="3600" dirty="0"/>
              <a:t>기능 구현</a:t>
            </a:r>
            <a:endParaRPr lang="en-US" altLang="ko-KR" sz="3400" dirty="0"/>
          </a:p>
          <a:p>
            <a:pPr lvl="1">
              <a:lnSpc>
                <a:spcPct val="120000"/>
              </a:lnSpc>
            </a:pPr>
            <a:r>
              <a:rPr lang="en-US" altLang="ko-KR" sz="3400" dirty="0"/>
              <a:t>delete</a:t>
            </a:r>
            <a:r>
              <a:rPr lang="ko-KR" altLang="en-US" sz="3600" dirty="0"/>
              <a:t> 기능 구현</a:t>
            </a:r>
            <a:endParaRPr lang="en-US" altLang="ko-KR" sz="3400" dirty="0"/>
          </a:p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3600" dirty="0"/>
              <a:t>코드 개선하기 </a:t>
            </a:r>
            <a:r>
              <a:rPr lang="en-US" altLang="ko-KR" sz="3600" dirty="0"/>
              <a:t>– </a:t>
            </a:r>
            <a:r>
              <a:rPr lang="ko-KR" altLang="en-US" sz="3600" dirty="0"/>
              <a:t>중복 코드 제거</a:t>
            </a:r>
            <a:endParaRPr lang="en-US" altLang="ko-KR" sz="3600" dirty="0"/>
          </a:p>
          <a:p>
            <a:pPr marL="450850" indent="-45085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3600" dirty="0"/>
              <a:t>참고사항</a:t>
            </a:r>
            <a:endParaRPr lang="en-US" altLang="ko-KR" sz="3600" dirty="0"/>
          </a:p>
          <a:p>
            <a:pPr lvl="1">
              <a:lnSpc>
                <a:spcPct val="120000"/>
              </a:lnSpc>
            </a:pPr>
            <a:r>
              <a:rPr lang="en-US" altLang="ko-KR" sz="3200"/>
              <a:t>Javabean </a:t>
            </a:r>
            <a:r>
              <a:rPr lang="ko-KR" altLang="en-US" sz="3200"/>
              <a:t>만들기</a:t>
            </a:r>
            <a:endParaRPr lang="en-US" altLang="ko-KR" sz="3200"/>
          </a:p>
          <a:p>
            <a:pPr lvl="1">
              <a:lnSpc>
                <a:spcPct val="120000"/>
              </a:lnSpc>
            </a:pPr>
            <a:r>
              <a:rPr lang="en-US" altLang="ko-KR" sz="3200"/>
              <a:t>Collection </a:t>
            </a:r>
            <a:r>
              <a:rPr lang="en-US" altLang="ko-KR" sz="3200" dirty="0"/>
              <a:t>Framework</a:t>
            </a:r>
          </a:p>
          <a:p>
            <a:pPr lvl="1">
              <a:lnSpc>
                <a:spcPct val="120000"/>
              </a:lnSpc>
            </a:pPr>
            <a:r>
              <a:rPr lang="en-US" altLang="ko-KR" sz="3200" dirty="0" err="1"/>
              <a:t>ArrayList</a:t>
            </a:r>
            <a:r>
              <a:rPr lang="ko-KR" altLang="en-US" sz="3200" dirty="0"/>
              <a:t>객체</a:t>
            </a:r>
            <a:endParaRPr lang="en-US" altLang="ko-KR" sz="3200" dirty="0"/>
          </a:p>
          <a:p>
            <a:pPr lvl="1">
              <a:lnSpc>
                <a:spcPct val="120000"/>
              </a:lnSpc>
            </a:pPr>
            <a:r>
              <a:rPr lang="en-US" altLang="ko-KR" sz="3200" dirty="0"/>
              <a:t>Generic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21CA7-AFB2-4C58-B506-B4150B2D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이클립스 자동주석 설정 </a:t>
            </a:r>
            <a:r>
              <a:rPr lang="en-US" altLang="ko-KR"/>
              <a:t>- java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D3BCE8-AEFA-4A05-BFBE-302E97A1F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44" y="1628800"/>
            <a:ext cx="4172532" cy="3505689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A43C1C-B6CD-41FE-837B-D68D8692F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62" y="1365573"/>
            <a:ext cx="5901057" cy="4874465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C385C5A-44B4-40D4-ABB4-7F50272F5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298" y="936252"/>
            <a:ext cx="6504790" cy="573310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2634C9-21EA-4A1C-B3B3-CDE7B5B428F3}"/>
              </a:ext>
            </a:extLst>
          </p:cNvPr>
          <p:cNvSpPr/>
          <p:nvPr/>
        </p:nvSpPr>
        <p:spPr>
          <a:xfrm>
            <a:off x="495562" y="1844824"/>
            <a:ext cx="487870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D72585-4616-4321-91BE-ECD58B492327}"/>
              </a:ext>
            </a:extLst>
          </p:cNvPr>
          <p:cNvSpPr/>
          <p:nvPr/>
        </p:nvSpPr>
        <p:spPr>
          <a:xfrm>
            <a:off x="667334" y="2088374"/>
            <a:ext cx="604129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86FFAF-2AC2-4888-9F26-8B10146ABB0E}"/>
              </a:ext>
            </a:extLst>
          </p:cNvPr>
          <p:cNvSpPr/>
          <p:nvPr/>
        </p:nvSpPr>
        <p:spPr>
          <a:xfrm>
            <a:off x="883359" y="2348880"/>
            <a:ext cx="748145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2F60F3-BD77-463E-A988-FB6202A34E66}"/>
              </a:ext>
            </a:extLst>
          </p:cNvPr>
          <p:cNvSpPr/>
          <p:nvPr/>
        </p:nvSpPr>
        <p:spPr>
          <a:xfrm>
            <a:off x="1919536" y="2201851"/>
            <a:ext cx="748145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537DB1-E22D-42AF-8A3B-8143FB5BA204}"/>
              </a:ext>
            </a:extLst>
          </p:cNvPr>
          <p:cNvSpPr/>
          <p:nvPr/>
        </p:nvSpPr>
        <p:spPr>
          <a:xfrm>
            <a:off x="2135559" y="2498274"/>
            <a:ext cx="532121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A42256-B036-4EE0-B80F-91169647FB9E}"/>
              </a:ext>
            </a:extLst>
          </p:cNvPr>
          <p:cNvSpPr/>
          <p:nvPr/>
        </p:nvSpPr>
        <p:spPr>
          <a:xfrm>
            <a:off x="5617773" y="2201850"/>
            <a:ext cx="694251" cy="2190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CBD647D-DC49-47C7-B642-619C1349A956}"/>
              </a:ext>
            </a:extLst>
          </p:cNvPr>
          <p:cNvCxnSpPr/>
          <p:nvPr/>
        </p:nvCxnSpPr>
        <p:spPr>
          <a:xfrm>
            <a:off x="6365918" y="2276871"/>
            <a:ext cx="1026226" cy="720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42194E-FBE1-4E79-9D57-926FCA661B94}"/>
              </a:ext>
            </a:extLst>
          </p:cNvPr>
          <p:cNvSpPr/>
          <p:nvPr/>
        </p:nvSpPr>
        <p:spPr>
          <a:xfrm>
            <a:off x="1788434" y="5382908"/>
            <a:ext cx="694251" cy="2190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70CBBF-A6FF-4DE4-A675-A6530072C1E5}"/>
              </a:ext>
            </a:extLst>
          </p:cNvPr>
          <p:cNvSpPr/>
          <p:nvPr/>
        </p:nvSpPr>
        <p:spPr>
          <a:xfrm>
            <a:off x="7034953" y="5557826"/>
            <a:ext cx="4560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  <a:latin typeface="+mn-ea"/>
                <a:ea typeface="+mn-ea"/>
              </a:rPr>
              <a:t>이클립스의 주석 생성 기능 (Alt + Shift + J) 를 이용하여 작성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5A41DA-1317-4108-B8AA-80CA90B3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F139C59-0A52-4651-9244-D2A45BAB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48" y="836713"/>
            <a:ext cx="7192020" cy="523193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이클립스 자동주석 설정 </a:t>
            </a:r>
            <a:r>
              <a:rPr lang="en-US" altLang="ko-KR" sz="3200"/>
              <a:t>- jsp</a:t>
            </a:r>
            <a:endParaRPr lang="ko-KR" altLang="en-US" sz="3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ED0C27-DE1E-4CE4-B517-C53C91103808}"/>
              </a:ext>
            </a:extLst>
          </p:cNvPr>
          <p:cNvSpPr/>
          <p:nvPr/>
        </p:nvSpPr>
        <p:spPr>
          <a:xfrm>
            <a:off x="479376" y="3212976"/>
            <a:ext cx="748145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964B68-2D19-4940-A580-EDE3F0E3720A}"/>
              </a:ext>
            </a:extLst>
          </p:cNvPr>
          <p:cNvSpPr/>
          <p:nvPr/>
        </p:nvSpPr>
        <p:spPr>
          <a:xfrm>
            <a:off x="563061" y="3756444"/>
            <a:ext cx="748145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3EC698-22FC-4A24-BA07-0F2FC2312802}"/>
              </a:ext>
            </a:extLst>
          </p:cNvPr>
          <p:cNvSpPr/>
          <p:nvPr/>
        </p:nvSpPr>
        <p:spPr>
          <a:xfrm>
            <a:off x="684115" y="3900460"/>
            <a:ext cx="748145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EB07CC-6C47-4968-8EC0-507737F7967C}"/>
              </a:ext>
            </a:extLst>
          </p:cNvPr>
          <p:cNvSpPr/>
          <p:nvPr/>
        </p:nvSpPr>
        <p:spPr>
          <a:xfrm>
            <a:off x="853448" y="4437112"/>
            <a:ext cx="748145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A49ADC-DDA1-42D8-ACF1-E0F71A1AB3E7}"/>
              </a:ext>
            </a:extLst>
          </p:cNvPr>
          <p:cNvSpPr/>
          <p:nvPr/>
        </p:nvSpPr>
        <p:spPr>
          <a:xfrm>
            <a:off x="1919536" y="2582156"/>
            <a:ext cx="4104456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83FC33-5ADC-42F6-8BBF-871A6E94FBD3}"/>
              </a:ext>
            </a:extLst>
          </p:cNvPr>
          <p:cNvSpPr/>
          <p:nvPr/>
        </p:nvSpPr>
        <p:spPr>
          <a:xfrm>
            <a:off x="6720456" y="1735312"/>
            <a:ext cx="828378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321A18-A432-4491-B9A3-752E9E6CA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907" y="2348880"/>
            <a:ext cx="4363657" cy="2525038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BF16F-92E5-4D8F-9972-0763784D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32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테이블 작성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4294967295"/>
          </p:nvPr>
        </p:nvSpPr>
        <p:spPr>
          <a:xfrm>
            <a:off x="377072" y="1057835"/>
            <a:ext cx="11434714" cy="5611906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JDBC</a:t>
            </a:r>
            <a:r>
              <a:rPr lang="ko-KR" altLang="en-US" dirty="0"/>
              <a:t>에서  </a:t>
            </a:r>
            <a:r>
              <a:rPr lang="ko-KR" altLang="en-US"/>
              <a:t>사용한 테이블 </a:t>
            </a:r>
            <a:r>
              <a:rPr lang="ko-KR" altLang="en-US" dirty="0"/>
              <a:t>사용</a:t>
            </a:r>
            <a:r>
              <a:rPr lang="en-US" altLang="ko-KR" dirty="0"/>
              <a:t>(LOGIN)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043720-4CDF-40D5-96C7-277978C096D3}"/>
              </a:ext>
            </a:extLst>
          </p:cNvPr>
          <p:cNvSpPr/>
          <p:nvPr/>
        </p:nvSpPr>
        <p:spPr>
          <a:xfrm>
            <a:off x="1322716" y="1859339"/>
            <a:ext cx="10064151" cy="258532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80008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80008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80008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endParaRPr lang="ko-KR" altLang="en-US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'gildong'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>
                <a:solidFill>
                  <a:srgbClr val="008000"/>
                </a:solidFill>
                <a:latin typeface="Courier New" panose="02070309020205020404" pitchFamily="49" charset="0"/>
              </a:rPr>
              <a:t>홍길동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ko-KR" altLang="en-US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'1111'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FF00FF"/>
                </a:solidFill>
                <a:latin typeface="Courier New" panose="02070309020205020404" pitchFamily="49" charset="0"/>
              </a:rPr>
              <a:t>login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'chunhyang'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>
                <a:solidFill>
                  <a:srgbClr val="008000"/>
                </a:solidFill>
                <a:latin typeface="Courier New" panose="02070309020205020404" pitchFamily="49" charset="0"/>
              </a:rPr>
              <a:t>성춘향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  <a:r>
              <a:rPr lang="ko-KR" altLang="en-US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008000"/>
                </a:solidFill>
                <a:latin typeface="Courier New" panose="02070309020205020404" pitchFamily="49" charset="0"/>
              </a:rPr>
              <a:t>'2222'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</a:rPr>
              <a:t>COMMIT</a:t>
            </a:r>
            <a:r>
              <a:rPr lang="en-US" altLang="ko-KR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34FCC-92AE-4957-9F94-D4393C5C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852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36AED-02D7-46E9-8D7C-5470A01B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DBCP</a:t>
            </a:r>
            <a:r>
              <a:rPr lang="ko-KR" altLang="en-US"/>
              <a:t> 설정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AA40F-3166-4FA9-A903-840A974E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/META-INF/context.xml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E59DC6-125F-4010-B921-8603D33F0817}"/>
              </a:ext>
            </a:extLst>
          </p:cNvPr>
          <p:cNvSpPr/>
          <p:nvPr/>
        </p:nvSpPr>
        <p:spPr>
          <a:xfrm>
            <a:off x="1081177" y="1997839"/>
            <a:ext cx="7735020" cy="286232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2000">
                <a:solidFill>
                  <a:srgbClr val="3F7F7F"/>
                </a:solidFill>
                <a:latin typeface="Consolas" panose="020B0609020204030204" pitchFamily="49" charset="0"/>
              </a:rPr>
              <a:t>Resource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name 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"jdbc/jskim"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auth 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"Container"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"javax.sql.DataSource"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driverClassName 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"org.mariadb.jdbc.Driver"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username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"jinsook"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password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"1111"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url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"jdbc:mariadb://localhost:3306/jinsookdb"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</a:t>
            </a:r>
            <a:r>
              <a:rPr lang="en-US" altLang="ko-KR" sz="2000">
                <a:solidFill>
                  <a:srgbClr val="7F007F"/>
                </a:solidFill>
                <a:latin typeface="Consolas" panose="020B0609020204030204" pitchFamily="49" charset="0"/>
              </a:rPr>
              <a:t>maxWait </a:t>
            </a:r>
            <a:r>
              <a:rPr lang="en-US" altLang="ko-KR" sz="20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2000" i="1">
                <a:solidFill>
                  <a:srgbClr val="2A00FF"/>
                </a:solidFill>
                <a:latin typeface="Consolas" panose="020B0609020204030204" pitchFamily="49" charset="0"/>
              </a:rPr>
              <a:t>"5000"   </a:t>
            </a:r>
          </a:p>
          <a:p>
            <a:r>
              <a:rPr lang="ko-KR" altLang="en-US" sz="2000">
                <a:latin typeface="Consolas" panose="020B0609020204030204" pitchFamily="49" charset="0"/>
              </a:rPr>
              <a:t>   </a:t>
            </a:r>
            <a:r>
              <a:rPr lang="en-US" altLang="ko-KR" sz="200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ko-KR" altLang="en-US" sz="2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E172B-03AD-4FAF-9FFD-C295500A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/>
          <p:cNvCxnSpPr>
            <a:stCxn id="67" idx="3"/>
          </p:cNvCxnSpPr>
          <p:nvPr/>
        </p:nvCxnSpPr>
        <p:spPr>
          <a:xfrm flipV="1">
            <a:off x="6772275" y="3581784"/>
            <a:ext cx="358995" cy="1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228600" y="1430848"/>
            <a:ext cx="6543675" cy="430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7131270" y="1425024"/>
            <a:ext cx="4904698" cy="4731803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5398" y="719713"/>
            <a:ext cx="4824048" cy="55565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Model </a:t>
            </a:r>
            <a:r>
              <a:rPr lang="ko-KR" altLang="en-US" dirty="0"/>
              <a:t>설계</a:t>
            </a:r>
            <a:r>
              <a:rPr lang="en-US" altLang="ko-KR" dirty="0"/>
              <a:t>(Class)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61859" y="1563723"/>
            <a:ext cx="1380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/>
              <a:t>LoginDTO</a:t>
            </a:r>
            <a:endParaRPr lang="ko-KR" altLang="en-US" sz="2400" dirty="0"/>
          </a:p>
        </p:txBody>
      </p:sp>
      <p:sp>
        <p:nvSpPr>
          <p:cNvPr id="10" name="직사각형 9"/>
          <p:cNvSpPr/>
          <p:nvPr/>
        </p:nvSpPr>
        <p:spPr>
          <a:xfrm>
            <a:off x="428625" y="2131242"/>
            <a:ext cx="2023329" cy="3340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596187" y="3060447"/>
            <a:ext cx="1678049" cy="107817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멤버변수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String id</a:t>
            </a:r>
          </a:p>
          <a:p>
            <a:pPr algn="ctr"/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String </a:t>
            </a:r>
            <a:r>
              <a:rPr lang="en-US" altLang="ko-K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pwd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83260" y="2432666"/>
            <a:ext cx="1678049" cy="5587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생성자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10741" y="4191547"/>
            <a:ext cx="1678049" cy="107817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멤버메소드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Setters / getters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8280308" y="1283982"/>
            <a:ext cx="1707340" cy="945667"/>
            <a:chOff x="8280308" y="1283982"/>
            <a:chExt cx="1707340" cy="945667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8280308" y="1283982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Index.jsp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8309599" y="1733058"/>
              <a:ext cx="1678049" cy="49659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메인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7223479" y="2107621"/>
            <a:ext cx="1730820" cy="1964854"/>
            <a:chOff x="7223479" y="2107621"/>
            <a:chExt cx="1730820" cy="1964854"/>
          </a:xfrm>
        </p:grpSpPr>
        <p:grpSp>
          <p:nvGrpSpPr>
            <p:cNvPr id="72" name="그룹 71"/>
            <p:cNvGrpSpPr/>
            <p:nvPr/>
          </p:nvGrpSpPr>
          <p:grpSpPr>
            <a:xfrm>
              <a:off x="7223480" y="2107621"/>
              <a:ext cx="1730819" cy="1018455"/>
              <a:chOff x="7223480" y="2107621"/>
              <a:chExt cx="1730819" cy="1018455"/>
            </a:xfrm>
          </p:grpSpPr>
          <p:sp>
            <p:nvSpPr>
              <p:cNvPr id="16" name="모서리가 둥근 직사각형 15"/>
              <p:cNvSpPr/>
              <p:nvPr/>
            </p:nvSpPr>
            <p:spPr>
              <a:xfrm>
                <a:off x="7223480" y="2107621"/>
                <a:ext cx="1678049" cy="496591"/>
              </a:xfrm>
              <a:prstGeom prst="round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insertDB.jsp</a:t>
                </a:r>
                <a:endParaRPr lang="ko-KR" altLang="en-US" sz="16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7276250" y="2536769"/>
                <a:ext cx="1678049" cy="58930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사용자 정보 </a:t>
                </a:r>
                <a:r>
                  <a:rPr lang="ko-KR" altLang="en-US" sz="1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입력폼</a:t>
                </a:r>
                <a:endParaRPr lang="ko-KR" altLang="en-US" sz="1400" b="1" dirty="0">
                  <a:solidFill>
                    <a:srgbClr val="0000CC"/>
                  </a:solidFill>
                </a:endParaRPr>
              </a:p>
            </p:txBody>
          </p:sp>
        </p:grpSp>
        <p:grpSp>
          <p:nvGrpSpPr>
            <p:cNvPr id="73" name="그룹 72"/>
            <p:cNvGrpSpPr/>
            <p:nvPr/>
          </p:nvGrpSpPr>
          <p:grpSpPr>
            <a:xfrm>
              <a:off x="7223479" y="3044464"/>
              <a:ext cx="1730819" cy="1028011"/>
              <a:chOff x="7223479" y="3044464"/>
              <a:chExt cx="1730819" cy="1028011"/>
            </a:xfrm>
          </p:grpSpPr>
          <p:sp>
            <p:nvSpPr>
              <p:cNvPr id="17" name="모서리가 둥근 직사각형 16"/>
              <p:cNvSpPr/>
              <p:nvPr/>
            </p:nvSpPr>
            <p:spPr>
              <a:xfrm>
                <a:off x="7223479" y="3044464"/>
                <a:ext cx="1678049" cy="496591"/>
              </a:xfrm>
              <a:prstGeom prst="round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insertDBPro.jsp</a:t>
                </a:r>
                <a:endParaRPr lang="ko-KR" altLang="en-US" sz="16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모서리가 둥근 직사각형 25"/>
              <p:cNvSpPr/>
              <p:nvPr/>
            </p:nvSpPr>
            <p:spPr>
              <a:xfrm>
                <a:off x="7276249" y="3483168"/>
                <a:ext cx="1678049" cy="58930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사용자 정보 입력 처리</a:t>
                </a:r>
                <a:endParaRPr lang="ko-KR" altLang="en-US" sz="1400" b="1" dirty="0">
                  <a:solidFill>
                    <a:srgbClr val="0000CC"/>
                  </a:solidFill>
                </a:endParaRPr>
              </a:p>
            </p:txBody>
          </p:sp>
        </p:grpSp>
        <p:cxnSp>
          <p:nvCxnSpPr>
            <p:cNvPr id="33" name="직선 화살표 연결선 32"/>
            <p:cNvCxnSpPr/>
            <p:nvPr/>
          </p:nvCxnSpPr>
          <p:spPr>
            <a:xfrm flipH="1">
              <a:off x="8734565" y="2225964"/>
              <a:ext cx="166963" cy="31080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/>
            <p:cNvCxnSpPr/>
            <p:nvPr/>
          </p:nvCxnSpPr>
          <p:spPr>
            <a:xfrm flipH="1">
              <a:off x="8734564" y="3157142"/>
              <a:ext cx="1" cy="3518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직선 화살표 연결선 35"/>
          <p:cNvCxnSpPr>
            <a:stCxn id="26" idx="3"/>
          </p:cNvCxnSpPr>
          <p:nvPr/>
        </p:nvCxnSpPr>
        <p:spPr>
          <a:xfrm flipV="1">
            <a:off x="8954298" y="3166845"/>
            <a:ext cx="451408" cy="610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/>
          <p:cNvGrpSpPr/>
          <p:nvPr/>
        </p:nvGrpSpPr>
        <p:grpSpPr>
          <a:xfrm>
            <a:off x="9217648" y="2109067"/>
            <a:ext cx="1799046" cy="1032413"/>
            <a:chOff x="9217648" y="2109067"/>
            <a:chExt cx="1799046" cy="1032413"/>
          </a:xfrm>
        </p:grpSpPr>
        <p:grpSp>
          <p:nvGrpSpPr>
            <p:cNvPr id="74" name="그룹 73"/>
            <p:cNvGrpSpPr/>
            <p:nvPr/>
          </p:nvGrpSpPr>
          <p:grpSpPr>
            <a:xfrm>
              <a:off x="9217648" y="2109067"/>
              <a:ext cx="1799046" cy="1032413"/>
              <a:chOff x="9217648" y="2109067"/>
              <a:chExt cx="1799046" cy="1032413"/>
            </a:xfrm>
          </p:grpSpPr>
          <p:sp>
            <p:nvSpPr>
              <p:cNvPr id="18" name="모서리가 둥근 직사각형 17"/>
              <p:cNvSpPr/>
              <p:nvPr/>
            </p:nvSpPr>
            <p:spPr>
              <a:xfrm>
                <a:off x="9217648" y="2109067"/>
                <a:ext cx="1678049" cy="496591"/>
              </a:xfrm>
              <a:prstGeom prst="round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listDB.jsp</a:t>
                </a:r>
                <a:endParaRPr lang="ko-KR" altLang="en-US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27" name="모서리가 둥근 직사각형 26"/>
              <p:cNvSpPr/>
              <p:nvPr/>
            </p:nvSpPr>
            <p:spPr>
              <a:xfrm>
                <a:off x="9338645" y="2552173"/>
                <a:ext cx="1678049" cy="58930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사용자 정보 목록 조회</a:t>
                </a:r>
                <a:endParaRPr lang="ko-KR" altLang="en-US" sz="1400" b="1" dirty="0">
                  <a:solidFill>
                    <a:srgbClr val="0000CC"/>
                  </a:solidFill>
                </a:endParaRPr>
              </a:p>
            </p:txBody>
          </p:sp>
        </p:grpSp>
        <p:cxnSp>
          <p:nvCxnSpPr>
            <p:cNvPr id="39" name="직선 화살표 연결선 38"/>
            <p:cNvCxnSpPr/>
            <p:nvPr/>
          </p:nvCxnSpPr>
          <p:spPr>
            <a:xfrm>
              <a:off x="9379265" y="2210112"/>
              <a:ext cx="160518" cy="3607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그룹 77"/>
          <p:cNvGrpSpPr/>
          <p:nvPr/>
        </p:nvGrpSpPr>
        <p:grpSpPr>
          <a:xfrm>
            <a:off x="10182784" y="4976039"/>
            <a:ext cx="1853184" cy="1037608"/>
            <a:chOff x="10182784" y="4976039"/>
            <a:chExt cx="1853184" cy="10376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10357919" y="4976039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deletePro.jsp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10182784" y="5424340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삭제 처리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8122547" y="4972084"/>
            <a:ext cx="2037044" cy="1032323"/>
            <a:chOff x="8122547" y="4972084"/>
            <a:chExt cx="2037044" cy="1032323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8122547" y="4972084"/>
              <a:ext cx="181856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updateDBPro.jsp</a:t>
              </a:r>
              <a:endParaRPr lang="ko-KR" altLang="en-US" sz="1600" b="1" dirty="0">
                <a:solidFill>
                  <a:srgbClr val="0000CC"/>
                </a:solidFill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8481542" y="5415100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암호 수정 처리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8378623" y="3968742"/>
            <a:ext cx="1712622" cy="1024941"/>
            <a:chOff x="8378623" y="3968742"/>
            <a:chExt cx="1712622" cy="1024941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8378623" y="3968742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updateDB.jsp</a:t>
              </a:r>
              <a:endParaRPr lang="ko-KR" altLang="en-US" sz="1600" b="1" dirty="0">
                <a:solidFill>
                  <a:srgbClr val="0000CC"/>
                </a:solidFill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8413196" y="4404376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암호 수정 폼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cxnSp>
        <p:nvCxnSpPr>
          <p:cNvPr id="43" name="직선 화살표 연결선 42"/>
          <p:cNvCxnSpPr/>
          <p:nvPr/>
        </p:nvCxnSpPr>
        <p:spPr>
          <a:xfrm flipH="1">
            <a:off x="9539783" y="3128458"/>
            <a:ext cx="287348" cy="977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28" idx="2"/>
            <a:endCxn id="29" idx="0"/>
          </p:cNvCxnSpPr>
          <p:nvPr/>
        </p:nvCxnSpPr>
        <p:spPr>
          <a:xfrm>
            <a:off x="9252221" y="4993683"/>
            <a:ext cx="68346" cy="4214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V="1">
            <a:off x="9930029" y="3129878"/>
            <a:ext cx="154903" cy="2294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H="1" flipV="1">
            <a:off x="10075193" y="4972084"/>
            <a:ext cx="298108" cy="459667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제목 1"/>
          <p:cNvSpPr txBox="1">
            <a:spLocks/>
          </p:cNvSpPr>
          <p:nvPr/>
        </p:nvSpPr>
        <p:spPr>
          <a:xfrm>
            <a:off x="7094462" y="701219"/>
            <a:ext cx="4941506" cy="555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j-cs"/>
              </a:defRPr>
            </a:lvl1pPr>
          </a:lstStyle>
          <a:p>
            <a:r>
              <a:rPr lang="en-US" altLang="ko-KR" sz="4000" b="1" dirty="0">
                <a:latin typeface="+mn-ea"/>
                <a:ea typeface="+mn-ea"/>
              </a:rPr>
              <a:t>View</a:t>
            </a:r>
            <a:r>
              <a:rPr lang="ko-KR" altLang="en-US" sz="4000" b="1" dirty="0">
                <a:latin typeface="+mn-ea"/>
                <a:ea typeface="+mn-ea"/>
              </a:rPr>
              <a:t> 설계</a:t>
            </a:r>
            <a:r>
              <a:rPr lang="en-US" altLang="ko-KR" sz="4000" b="1" dirty="0">
                <a:latin typeface="+mn-ea"/>
                <a:ea typeface="+mn-ea"/>
              </a:rPr>
              <a:t>(JSP)</a:t>
            </a:r>
            <a:endParaRPr lang="ko-KR" altLang="en-US" sz="4000" b="1" dirty="0">
              <a:latin typeface="+mn-ea"/>
              <a:ea typeface="+mn-ea"/>
            </a:endParaRPr>
          </a:p>
        </p:txBody>
      </p:sp>
      <p:grpSp>
        <p:nvGrpSpPr>
          <p:cNvPr id="70" name="그룹 69"/>
          <p:cNvGrpSpPr/>
          <p:nvPr/>
        </p:nvGrpSpPr>
        <p:grpSpPr>
          <a:xfrm>
            <a:off x="2637374" y="1584317"/>
            <a:ext cx="3771763" cy="3884357"/>
            <a:chOff x="2637374" y="1584317"/>
            <a:chExt cx="3771763" cy="3884357"/>
          </a:xfrm>
        </p:grpSpPr>
        <p:sp>
          <p:nvSpPr>
            <p:cNvPr id="15" name="직사각형 14"/>
            <p:cNvSpPr/>
            <p:nvPr/>
          </p:nvSpPr>
          <p:spPr>
            <a:xfrm>
              <a:off x="2637374" y="2142659"/>
              <a:ext cx="3771763" cy="33260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모서리가 둥근 직사각형 3"/>
            <p:cNvSpPr/>
            <p:nvPr/>
          </p:nvSpPr>
          <p:spPr>
            <a:xfrm>
              <a:off x="2747638" y="2917711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입력</a:t>
              </a:r>
              <a:r>
                <a:rPr lang="en-US" altLang="ko-KR" b="1" dirty="0">
                  <a:solidFill>
                    <a:srgbClr val="0000CC"/>
                  </a:solidFill>
                </a:rPr>
                <a:t>(insert)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2747638" y="4241036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변경</a:t>
              </a:r>
              <a:r>
                <a:rPr lang="en-US" altLang="ko-KR" b="1" dirty="0">
                  <a:solidFill>
                    <a:srgbClr val="0000CC"/>
                  </a:solidFill>
                </a:rPr>
                <a:t>(update)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4604758" y="2917711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조회</a:t>
              </a:r>
              <a:r>
                <a:rPr lang="en-US" altLang="ko-KR" b="1" dirty="0">
                  <a:solidFill>
                    <a:srgbClr val="0000CC"/>
                  </a:solidFill>
                </a:rPr>
                <a:t>(select)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4604758" y="4267824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삭제</a:t>
              </a:r>
              <a:r>
                <a:rPr lang="en-US" altLang="ko-KR" b="1" dirty="0">
                  <a:solidFill>
                    <a:srgbClr val="0000CC"/>
                  </a:solidFill>
                </a:rPr>
                <a:t>(delete)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20284" y="1584317"/>
              <a:ext cx="14197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/>
                <a:t>LoginDAO</a:t>
              </a:r>
              <a:endParaRPr lang="ko-KR" altLang="en-US" sz="2400" dirty="0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3443289" y="2256050"/>
              <a:ext cx="2143868" cy="501744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생성자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(DB</a:t>
              </a:r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연결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7EB2E91-D4F5-4A4D-88D0-8DB2AD6B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7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57" grpId="0" animBg="1"/>
      <p:bldP spid="8" grpId="0"/>
      <p:bldP spid="10" grpId="0" animBg="1"/>
      <p:bldP spid="11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 err="1"/>
              <a:t>index.jsp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55" y="1894626"/>
            <a:ext cx="11147415" cy="4257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507" y="358919"/>
            <a:ext cx="3362325" cy="1381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8289E-6363-4424-B318-EF6FD488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4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CA4BD-E067-4739-8CFB-E1C7A3E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[</a:t>
            </a:r>
            <a:r>
              <a:rPr lang="ko-KR" altLang="en-US"/>
              <a:t>실습</a:t>
            </a:r>
            <a:r>
              <a:rPr lang="en-US" altLang="ko-KR"/>
              <a:t>] </a:t>
            </a:r>
            <a:r>
              <a:rPr lang="ko-KR" altLang="en-US"/>
              <a:t>이전 </a:t>
            </a:r>
            <a:r>
              <a:rPr lang="en-US" altLang="ko-KR"/>
              <a:t>login </a:t>
            </a:r>
            <a:r>
              <a:rPr lang="ko-KR" altLang="en-US"/>
              <a:t>코드들을 </a:t>
            </a:r>
            <a:r>
              <a:rPr lang="en-US" altLang="ko-KR"/>
              <a:t>DAO</a:t>
            </a:r>
            <a:r>
              <a:rPr lang="ko-KR" altLang="en-US"/>
              <a:t>와 </a:t>
            </a:r>
            <a:r>
              <a:rPr lang="en-US" altLang="ko-KR"/>
              <a:t>DTO</a:t>
            </a:r>
            <a:r>
              <a:rPr lang="ko-KR" altLang="en-US"/>
              <a:t>로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E16450-7524-4168-A739-6A8C6069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패키지 생성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/>
              <a:t>DTO(Data Transfer Object) </a:t>
            </a:r>
            <a:r>
              <a:rPr lang="ko-KR" altLang="en-US"/>
              <a:t>생성</a:t>
            </a:r>
            <a:endParaRPr lang="en-US" altLang="ko-KR"/>
          </a:p>
          <a:p>
            <a:pPr marL="874712" lvl="1" indent="-514350"/>
            <a:r>
              <a:rPr lang="en-US" altLang="ko-KR"/>
              <a:t>login </a:t>
            </a:r>
            <a:r>
              <a:rPr lang="ko-KR" altLang="en-US"/>
              <a:t>테이블의 항목들로 </a:t>
            </a:r>
            <a:r>
              <a:rPr lang="en-US" altLang="ko-KR"/>
              <a:t>DTO </a:t>
            </a:r>
            <a:r>
              <a:rPr lang="ko-KR" altLang="en-US"/>
              <a:t>작성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/>
              <a:t>DAO(Data Access Object)</a:t>
            </a:r>
            <a:r>
              <a:rPr lang="ko-KR" altLang="en-US"/>
              <a:t>생성</a:t>
            </a:r>
            <a:endParaRPr lang="en-US" altLang="ko-KR"/>
          </a:p>
          <a:p>
            <a:pPr marL="874712" lvl="1" indent="-514350"/>
            <a:r>
              <a:rPr lang="en-US" altLang="ko-KR"/>
              <a:t>DBDP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연동하여 커넥션 얻어오기 </a:t>
            </a:r>
            <a:r>
              <a:rPr lang="en-US" altLang="ko-KR"/>
              <a:t>DAO </a:t>
            </a:r>
            <a:r>
              <a:rPr lang="ko-KR" altLang="en-US"/>
              <a:t>메소드로 처리</a:t>
            </a:r>
            <a:endParaRPr lang="en-US" altLang="ko-KR"/>
          </a:p>
          <a:p>
            <a:pPr marL="874712" lvl="1" indent="-514350"/>
            <a:r>
              <a:rPr lang="en-US" altLang="ko-KR"/>
              <a:t>insertPro.jsp </a:t>
            </a:r>
            <a:r>
              <a:rPr lang="ko-KR" altLang="en-US"/>
              <a:t>코드를 </a:t>
            </a:r>
            <a:r>
              <a:rPr lang="en-US" altLang="ko-KR"/>
              <a:t>DAO</a:t>
            </a:r>
            <a:r>
              <a:rPr lang="ko-KR" altLang="en-US"/>
              <a:t>의 메소드로 처리</a:t>
            </a:r>
            <a:endParaRPr lang="en-US" altLang="ko-KR"/>
          </a:p>
          <a:p>
            <a:pPr marL="874712" lvl="1" indent="-514350"/>
            <a:r>
              <a:rPr lang="en-US" altLang="ko-KR"/>
              <a:t>list.jsp </a:t>
            </a:r>
            <a:r>
              <a:rPr lang="ko-KR" altLang="en-US"/>
              <a:t>파일의 </a:t>
            </a:r>
            <a:r>
              <a:rPr lang="en-US" altLang="ko-KR"/>
              <a:t>DB </a:t>
            </a:r>
            <a:r>
              <a:rPr lang="ko-KR" altLang="en-US"/>
              <a:t>관련</a:t>
            </a:r>
            <a:r>
              <a:rPr lang="en-US" altLang="ko-KR"/>
              <a:t> </a:t>
            </a:r>
            <a:r>
              <a:rPr lang="ko-KR" altLang="en-US"/>
              <a:t>코드를 </a:t>
            </a:r>
            <a:r>
              <a:rPr lang="en-US" altLang="ko-KR"/>
              <a:t>DAO</a:t>
            </a:r>
            <a:r>
              <a:rPr lang="ko-KR" altLang="en-US"/>
              <a:t>에서 처리</a:t>
            </a:r>
            <a:endParaRPr lang="en-US" altLang="ko-KR"/>
          </a:p>
          <a:p>
            <a:pPr marL="874712" lvl="1" indent="-514350"/>
            <a:r>
              <a:rPr lang="en-US" altLang="ko-KR"/>
              <a:t>updatePro.jsp </a:t>
            </a:r>
            <a:r>
              <a:rPr lang="ko-KR" altLang="en-US"/>
              <a:t>코드를 </a:t>
            </a:r>
            <a:r>
              <a:rPr lang="en-US" altLang="ko-KR"/>
              <a:t>DAO</a:t>
            </a:r>
            <a:r>
              <a:rPr lang="ko-KR" altLang="en-US"/>
              <a:t>의 메소드로 처리</a:t>
            </a:r>
            <a:endParaRPr lang="en-US" altLang="ko-KR"/>
          </a:p>
          <a:p>
            <a:pPr marL="874712" lvl="1" indent="-514350"/>
            <a:r>
              <a:rPr lang="en-US" altLang="ko-KR"/>
              <a:t>delete.jsp </a:t>
            </a:r>
            <a:r>
              <a:rPr lang="ko-KR" altLang="en-US"/>
              <a:t>코드를 </a:t>
            </a:r>
            <a:r>
              <a:rPr lang="en-US" altLang="ko-KR"/>
              <a:t>DAO </a:t>
            </a:r>
            <a:r>
              <a:rPr lang="ko-KR" altLang="en-US"/>
              <a:t>메소드로 처리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665BB3-399C-40C4-BF5B-22E2CB11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2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E39EF-FB9D-4954-BDC1-477BF901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 </a:t>
            </a:r>
            <a:r>
              <a:rPr lang="ko-KR" altLang="en-US"/>
              <a:t>패키지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91E91-51FC-427D-9AF6-F784ACA7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패키지 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08D528-EE66-4262-8CDC-817775D6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42" y="1952501"/>
            <a:ext cx="6134956" cy="31913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1DA6D1-1A16-4BF7-BA3F-AADD43F9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543" y="2106704"/>
            <a:ext cx="3423037" cy="2882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DC514D-C680-4E67-B8DB-18003E56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7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0CCEB-A5DD-4BA7-A413-4BF12394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2. DTO </a:t>
            </a:r>
            <a:r>
              <a:rPr lang="ko-KR" altLang="en-US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44BDB-D187-4328-85A1-E4E5D5FB0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800F56-ECCE-41F2-B5A4-72E27283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2" y="965200"/>
            <a:ext cx="6639852" cy="23911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4970544-B579-4E74-A0AB-3111005CD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869" y="3429000"/>
            <a:ext cx="2755585" cy="32983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096980-ED25-4923-BF88-32D457FE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077" y="2636912"/>
            <a:ext cx="5648835" cy="37234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17349C-5F51-4AB2-AB9F-173CA841C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817" y="1000224"/>
            <a:ext cx="1797892" cy="15940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FB5134-801F-4FA5-8EE7-68E4C604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6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1A033-F4E2-4EFC-8A25-C5009230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3BF8F-0B81-4D93-BACB-A82499F8A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D19682-B83C-4A7C-B245-9845CE8F9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720202"/>
            <a:ext cx="5733256" cy="57332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8FA77-6EA8-4065-813B-40AAC47E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8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F6BC2-E820-41E6-BA0D-68A6556E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4BC29-5E45-4EB2-B681-649B106EA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DB </a:t>
            </a:r>
            <a:r>
              <a:rPr lang="ko-KR" altLang="en-US"/>
              <a:t>연동 코드 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C8E001-7D74-4584-8A24-004929A9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14" y="1563764"/>
            <a:ext cx="4532450" cy="41848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780932-5083-4D91-BA32-6D1F22A05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8" y="872611"/>
            <a:ext cx="6228068" cy="56172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AD5B3D-A52B-4651-AE9C-E23DE0FE9987}"/>
              </a:ext>
            </a:extLst>
          </p:cNvPr>
          <p:cNvSpPr txBox="1"/>
          <p:nvPr/>
        </p:nvSpPr>
        <p:spPr>
          <a:xfrm>
            <a:off x="377072" y="5905835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 </a:t>
            </a:r>
            <a:r>
              <a:rPr lang="ko-KR" altLang="en-US" dirty="0"/>
              <a:t>정보 웹사이트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5879D-B80E-4C74-BFE1-E29F9B4ABA4B}"/>
              </a:ext>
            </a:extLst>
          </p:cNvPr>
          <p:cNvSpPr/>
          <p:nvPr/>
        </p:nvSpPr>
        <p:spPr>
          <a:xfrm>
            <a:off x="85551" y="6334132"/>
            <a:ext cx="6272118" cy="30777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4"/>
              </a:rPr>
              <a:t>https://docs.oracle.com/javase/8/docs/api/java/util/package-summary.html</a:t>
            </a:r>
            <a:endParaRPr lang="ko-KR" altLang="en-US" sz="14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5E4AB-8EBB-40E8-8E94-905FF217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25B7C-D41F-4F52-BACA-CC538D20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참조</a:t>
            </a:r>
            <a:r>
              <a:rPr lang="en-US" altLang="ko-KR"/>
              <a:t>] Try-with-resources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D3CAB-BEEF-4B7E-9BA5-B5277A65D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try</a:t>
            </a:r>
            <a:r>
              <a:rPr lang="ko-KR" altLang="en-US"/>
              <a:t>에 자원 객체를 전달하면</a:t>
            </a:r>
            <a:r>
              <a:rPr lang="en-US" altLang="ko-KR"/>
              <a:t>, try </a:t>
            </a:r>
            <a:r>
              <a:rPr lang="ko-KR" altLang="en-US"/>
              <a:t>코드 블록이 끝나면 자동으로 자원을 종료해주는 기능</a:t>
            </a:r>
            <a:endParaRPr lang="en-US" altLang="ko-KR"/>
          </a:p>
          <a:p>
            <a:r>
              <a:rPr lang="ko-KR" altLang="en-US"/>
              <a:t>따로 </a:t>
            </a:r>
            <a:r>
              <a:rPr lang="en-US" altLang="ko-KR"/>
              <a:t>finally </a:t>
            </a:r>
            <a:r>
              <a:rPr lang="ko-KR" altLang="en-US"/>
              <a:t>블록이나 모든 </a:t>
            </a:r>
            <a:r>
              <a:rPr lang="en-US" altLang="ko-KR"/>
              <a:t>catch </a:t>
            </a:r>
            <a:r>
              <a:rPr lang="ko-KR" altLang="en-US"/>
              <a:t>블록에 종료 처리를 하지 않아도 됨</a:t>
            </a:r>
            <a:endParaRPr lang="en-US" altLang="ko-KR"/>
          </a:p>
          <a:p>
            <a:r>
              <a:rPr lang="ko-KR" altLang="en-US"/>
              <a:t>이 때</a:t>
            </a:r>
            <a:r>
              <a:rPr lang="en-US" altLang="ko-KR"/>
              <a:t>, try</a:t>
            </a:r>
            <a:r>
              <a:rPr lang="ko-KR" altLang="en-US"/>
              <a:t>에 전달할 수 있는 자원은 </a:t>
            </a:r>
            <a:r>
              <a:rPr lang="en-US" altLang="ko-KR"/>
              <a:t>AutoCloseable </a:t>
            </a:r>
            <a:r>
              <a:rPr lang="ko-KR" altLang="en-US"/>
              <a:t>인터페이스의 구현체로 한정됨</a:t>
            </a:r>
            <a:r>
              <a:rPr lang="en-US" altLang="ko-KR"/>
              <a:t>(</a:t>
            </a:r>
            <a:r>
              <a:rPr lang="ko-KR" altLang="en-US"/>
              <a:t>매뉴얼에서 해당 객체 확인 필요</a:t>
            </a:r>
            <a:r>
              <a:rPr lang="en-US" altLang="ko-KR"/>
              <a:t>)</a:t>
            </a:r>
          </a:p>
          <a:p>
            <a:r>
              <a:rPr lang="en-US" altLang="ko-KR"/>
              <a:t>AutoCloseable</a:t>
            </a:r>
            <a:r>
              <a:rPr lang="ko-KR" altLang="en-US"/>
              <a:t>은 </a:t>
            </a:r>
            <a:r>
              <a:rPr lang="en-US" altLang="ko-KR"/>
              <a:t>JDK1.7</a:t>
            </a:r>
            <a:r>
              <a:rPr lang="ko-KR" altLang="en-US"/>
              <a:t>부터 추가된 인터페이스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A381E2-C83F-4E6B-9285-609AD6D18170}"/>
              </a:ext>
            </a:extLst>
          </p:cNvPr>
          <p:cNvSpPr/>
          <p:nvPr/>
        </p:nvSpPr>
        <p:spPr>
          <a:xfrm>
            <a:off x="5722658" y="6376515"/>
            <a:ext cx="6272118" cy="30777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2"/>
              </a:rPr>
              <a:t>https://docs.oracle.com/javase/8/docs/api/java/util/package-summary.html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30EAB-C855-494E-BB47-83C2039252DD}"/>
              </a:ext>
            </a:extLst>
          </p:cNvPr>
          <p:cNvSpPr txBox="1"/>
          <p:nvPr/>
        </p:nvSpPr>
        <p:spPr>
          <a:xfrm>
            <a:off x="5722658" y="599263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 </a:t>
            </a:r>
            <a:r>
              <a:rPr lang="ko-KR" altLang="en-US" dirty="0"/>
              <a:t>정보 웹사이트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6461C8-CE87-48FB-BF2F-7E034B7FA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24" y="4111444"/>
            <a:ext cx="4965850" cy="2004683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DDFFB03-0715-4622-BDF3-85BC4E45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4E7F94-8279-4CE3-9D51-59F307D5B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277" y="4591162"/>
            <a:ext cx="314395" cy="2337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689752-D6FD-49B0-BD5C-854AC4AA3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051" y="4596311"/>
            <a:ext cx="12384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7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61665-001E-4451-BAD6-716BF339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[</a:t>
            </a:r>
            <a:r>
              <a:rPr lang="ko-KR" altLang="en-US"/>
              <a:t>참조</a:t>
            </a:r>
            <a:r>
              <a:rPr lang="en-US" altLang="ko-KR"/>
              <a:t>] Try-with-resources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5AE531-A6B9-4550-BECB-B47A5E7D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91" y="980982"/>
            <a:ext cx="6094664" cy="38584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95BFA8-8EB6-43FC-B2B6-C2763B30B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51" y="1106666"/>
            <a:ext cx="5776707" cy="26026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C4DF3-CA85-41A5-8A5A-F888D941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8CBC8D-C17B-47B7-B31C-80BC242C552B}"/>
              </a:ext>
            </a:extLst>
          </p:cNvPr>
          <p:cNvSpPr/>
          <p:nvPr/>
        </p:nvSpPr>
        <p:spPr>
          <a:xfrm>
            <a:off x="1138687" y="3709358"/>
            <a:ext cx="4364965" cy="756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77C8A-1885-4E17-9D5B-A7BAEEADC8E4}"/>
              </a:ext>
            </a:extLst>
          </p:cNvPr>
          <p:cNvSpPr txBox="1"/>
          <p:nvPr/>
        </p:nvSpPr>
        <p:spPr>
          <a:xfrm>
            <a:off x="4125467" y="4794027"/>
            <a:ext cx="3430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자동으로 객체를 해지하게 되어</a:t>
            </a:r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>
                <a:solidFill>
                  <a:srgbClr val="FF0000"/>
                </a:solidFill>
              </a:rPr>
              <a:t>이 부분이 필요 없게 됨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A8602C1-C20A-42F1-93E4-A075107BF948}"/>
              </a:ext>
            </a:extLst>
          </p:cNvPr>
          <p:cNvCxnSpPr/>
          <p:nvPr/>
        </p:nvCxnSpPr>
        <p:spPr>
          <a:xfrm flipH="1" flipV="1">
            <a:off x="3985403" y="4492103"/>
            <a:ext cx="543465" cy="3019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D1DB96B-A0D0-46F5-9266-0516DE8DB011}"/>
              </a:ext>
            </a:extLst>
          </p:cNvPr>
          <p:cNvSpPr/>
          <p:nvPr/>
        </p:nvSpPr>
        <p:spPr>
          <a:xfrm>
            <a:off x="5223485" y="2563596"/>
            <a:ext cx="1086929" cy="4701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080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E23E3-E56A-481A-96FB-855D721F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– insert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FA792-8D55-4D16-961A-816DDF8E4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/>
          <a:p>
            <a:r>
              <a:rPr lang="en-US" altLang="ko-KR"/>
              <a:t>insert() </a:t>
            </a:r>
            <a:r>
              <a:rPr lang="ko-KR" altLang="en-US"/>
              <a:t>메소드 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C8A84C-3ED3-4449-A1EB-0691885CB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23" y="1645640"/>
            <a:ext cx="7856413" cy="35397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D61AAD-7F0C-400A-825E-3E2EC4DE5879}"/>
              </a:ext>
            </a:extLst>
          </p:cNvPr>
          <p:cNvSpPr/>
          <p:nvPr/>
        </p:nvSpPr>
        <p:spPr>
          <a:xfrm>
            <a:off x="1726758" y="5416224"/>
            <a:ext cx="22322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insertPro.jsp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D8A7E4-AF65-421F-AFF0-0B2A1BAFE6A8}"/>
              </a:ext>
            </a:extLst>
          </p:cNvPr>
          <p:cNvSpPr/>
          <p:nvPr/>
        </p:nvSpPr>
        <p:spPr>
          <a:xfrm>
            <a:off x="6839326" y="5416224"/>
            <a:ext cx="167788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LoginDTO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C8E1312-4EA6-4531-93E0-82E18B3F6011}"/>
              </a:ext>
            </a:extLst>
          </p:cNvPr>
          <p:cNvCxnSpPr/>
          <p:nvPr/>
        </p:nvCxnSpPr>
        <p:spPr>
          <a:xfrm>
            <a:off x="3959006" y="5632248"/>
            <a:ext cx="2855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2A1753F-78F1-4F27-8AC5-43252E4E8812}"/>
              </a:ext>
            </a:extLst>
          </p:cNvPr>
          <p:cNvCxnSpPr/>
          <p:nvPr/>
        </p:nvCxnSpPr>
        <p:spPr>
          <a:xfrm>
            <a:off x="3983384" y="6064296"/>
            <a:ext cx="285594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0BEFF2-4925-4442-9837-F22A34DF4FAD}"/>
              </a:ext>
            </a:extLst>
          </p:cNvPr>
          <p:cNvSpPr txBox="1"/>
          <p:nvPr/>
        </p:nvSpPr>
        <p:spPr>
          <a:xfrm>
            <a:off x="4192784" y="5185342"/>
            <a:ext cx="2437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+mn-ea"/>
                <a:ea typeface="+mn-ea"/>
              </a:rPr>
              <a:t>id, name, </a:t>
            </a:r>
            <a:r>
              <a:rPr lang="en-US" altLang="ko-KR" sz="2000" dirty="0" err="1">
                <a:latin typeface="+mn-ea"/>
                <a:ea typeface="+mn-ea"/>
              </a:rPr>
              <a:t>pwd</a:t>
            </a: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ko-KR" altLang="en-US" sz="2000" dirty="0">
                <a:latin typeface="+mn-ea"/>
                <a:ea typeface="+mn-ea"/>
              </a:rPr>
              <a:t>저장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1C539-0EB9-4BFC-89D7-C3DC9D4A244A}"/>
              </a:ext>
            </a:extLst>
          </p:cNvPr>
          <p:cNvSpPr txBox="1"/>
          <p:nvPr/>
        </p:nvSpPr>
        <p:spPr>
          <a:xfrm>
            <a:off x="4192784" y="6131971"/>
            <a:ext cx="26936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+mn-ea"/>
                <a:ea typeface="+mn-ea"/>
              </a:rPr>
              <a:t>id, name, </a:t>
            </a:r>
            <a:r>
              <a:rPr lang="en-US" altLang="ko-KR" sz="2000" dirty="0" err="1">
                <a:latin typeface="+mn-ea"/>
                <a:ea typeface="+mn-ea"/>
              </a:rPr>
              <a:t>pwd</a:t>
            </a: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ko-KR" altLang="en-US" sz="2000" dirty="0">
                <a:latin typeface="+mn-ea"/>
                <a:ea typeface="+mn-ea"/>
              </a:rPr>
              <a:t>가져와</a:t>
            </a:r>
            <a:endParaRPr lang="en-US" altLang="ko-KR" sz="2000" dirty="0">
              <a:latin typeface="+mn-ea"/>
              <a:ea typeface="+mn-ea"/>
            </a:endParaRPr>
          </a:p>
          <a:p>
            <a:r>
              <a:rPr lang="ko-KR" altLang="en-US" sz="2000" dirty="0">
                <a:latin typeface="+mn-ea"/>
                <a:ea typeface="+mn-ea"/>
              </a:rPr>
              <a:t>사용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817290-6681-426F-97E9-F61C25E4EDD2}"/>
              </a:ext>
            </a:extLst>
          </p:cNvPr>
          <p:cNvSpPr/>
          <p:nvPr/>
        </p:nvSpPr>
        <p:spPr>
          <a:xfrm>
            <a:off x="8589690" y="5059563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id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965ED6-F63C-48FB-92CC-615988742962}"/>
              </a:ext>
            </a:extLst>
          </p:cNvPr>
          <p:cNvSpPr/>
          <p:nvPr/>
        </p:nvSpPr>
        <p:spPr>
          <a:xfrm>
            <a:off x="8589690" y="5923976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 err="1">
                <a:solidFill>
                  <a:schemeClr val="tx1"/>
                </a:solidFill>
              </a:rPr>
              <a:t>pwd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355DF0-4D3F-4050-9043-8AA894CC86C4}"/>
              </a:ext>
            </a:extLst>
          </p:cNvPr>
          <p:cNvSpPr/>
          <p:nvPr/>
        </p:nvSpPr>
        <p:spPr>
          <a:xfrm>
            <a:off x="8589690" y="6366888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setters/</a:t>
            </a:r>
          </a:p>
          <a:p>
            <a:pPr algn="ctr">
              <a:lnSpc>
                <a:spcPts val="12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getters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6E31019-3446-42F4-8764-695BC3D6DAC8}"/>
              </a:ext>
            </a:extLst>
          </p:cNvPr>
          <p:cNvSpPr/>
          <p:nvPr/>
        </p:nvSpPr>
        <p:spPr>
          <a:xfrm>
            <a:off x="8589690" y="5481064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name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16CDE5-392E-4A8B-89E8-6C3816F0A83D}"/>
              </a:ext>
            </a:extLst>
          </p:cNvPr>
          <p:cNvSpPr txBox="1"/>
          <p:nvPr/>
        </p:nvSpPr>
        <p:spPr>
          <a:xfrm>
            <a:off x="6142029" y="3525827"/>
            <a:ext cx="2447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n-ea"/>
                <a:ea typeface="+mn-ea"/>
              </a:rPr>
              <a:t>LoginDto </a:t>
            </a:r>
            <a:r>
              <a:rPr lang="ko-KR" altLang="en-US" sz="2000">
                <a:solidFill>
                  <a:srgbClr val="FF0000"/>
                </a:solidFill>
                <a:latin typeface="+mn-ea"/>
                <a:ea typeface="+mn-ea"/>
              </a:rPr>
              <a:t>객체에서 데이터 가져오기 </a:t>
            </a:r>
            <a:endParaRPr lang="ko-KR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2FABA4-0E0C-4575-B16C-6350C1EEC04C}"/>
              </a:ext>
            </a:extLst>
          </p:cNvPr>
          <p:cNvSpPr/>
          <p:nvPr/>
        </p:nvSpPr>
        <p:spPr>
          <a:xfrm>
            <a:off x="4376530" y="3356992"/>
            <a:ext cx="1791477" cy="660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2062EF-9808-46DB-AE8C-B5D3D35366F6}"/>
              </a:ext>
            </a:extLst>
          </p:cNvPr>
          <p:cNvSpPr txBox="1"/>
          <p:nvPr/>
        </p:nvSpPr>
        <p:spPr>
          <a:xfrm>
            <a:off x="8729033" y="1333954"/>
            <a:ext cx="33634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3333FF"/>
                </a:solidFill>
                <a:latin typeface="+mn-ea"/>
              </a:rPr>
              <a:t>메소드 작성 시 고려해야 할 점</a:t>
            </a:r>
            <a:endParaRPr lang="en-US" altLang="ko-KR" b="1">
              <a:solidFill>
                <a:srgbClr val="3333FF"/>
              </a:solidFill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ko-KR" b="1">
                <a:solidFill>
                  <a:srgbClr val="3333FF"/>
                </a:solidFill>
                <a:latin typeface="+mn-ea"/>
              </a:rPr>
              <a:t>public </a:t>
            </a:r>
            <a:r>
              <a:rPr lang="ko-KR" altLang="en-US" b="1">
                <a:solidFill>
                  <a:srgbClr val="3333FF"/>
                </a:solidFill>
                <a:latin typeface="+mn-ea"/>
              </a:rPr>
              <a:t>또는 </a:t>
            </a:r>
            <a:r>
              <a:rPr lang="en-US" altLang="ko-KR" b="1">
                <a:solidFill>
                  <a:srgbClr val="3333FF"/>
                </a:solidFill>
                <a:latin typeface="+mn-ea"/>
              </a:rPr>
              <a:t>private?</a:t>
            </a:r>
          </a:p>
          <a:p>
            <a:pPr marL="342900" indent="-342900">
              <a:buAutoNum type="arabicPeriod"/>
            </a:pPr>
            <a:r>
              <a:rPr lang="ko-KR" altLang="en-US" b="1">
                <a:solidFill>
                  <a:srgbClr val="3333FF"/>
                </a:solidFill>
                <a:latin typeface="+mn-ea"/>
              </a:rPr>
              <a:t>리턴값이 있는 지</a:t>
            </a:r>
            <a:r>
              <a:rPr lang="en-US" altLang="ko-KR" b="1">
                <a:solidFill>
                  <a:srgbClr val="3333FF"/>
                </a:solidFill>
                <a:latin typeface="+mn-ea"/>
              </a:rPr>
              <a:t>?</a:t>
            </a:r>
          </a:p>
          <a:p>
            <a:pPr marL="342900" indent="-342900">
              <a:buAutoNum type="arabicPeriod"/>
            </a:pPr>
            <a:r>
              <a:rPr lang="ko-KR" altLang="en-US" b="1">
                <a:solidFill>
                  <a:srgbClr val="3333FF"/>
                </a:solidFill>
                <a:latin typeface="+mn-ea"/>
              </a:rPr>
              <a:t>있으면 데이터 타입은</a:t>
            </a:r>
            <a:r>
              <a:rPr lang="en-US" altLang="ko-KR" b="1">
                <a:solidFill>
                  <a:srgbClr val="3333FF"/>
                </a:solidFill>
                <a:latin typeface="+mn-ea"/>
              </a:rPr>
              <a:t>?</a:t>
            </a:r>
          </a:p>
          <a:p>
            <a:pPr marL="342900" indent="-342900">
              <a:buAutoNum type="arabicPeriod"/>
            </a:pPr>
            <a:r>
              <a:rPr lang="ko-KR" altLang="en-US" b="1">
                <a:solidFill>
                  <a:srgbClr val="3333FF"/>
                </a:solidFill>
                <a:latin typeface="+mn-ea"/>
              </a:rPr>
              <a:t>매개변수는</a:t>
            </a:r>
            <a:r>
              <a:rPr lang="en-US" altLang="ko-KR" b="1">
                <a:solidFill>
                  <a:srgbClr val="3333FF"/>
                </a:solidFill>
                <a:latin typeface="+mn-ea"/>
              </a:rPr>
              <a:t>?</a:t>
            </a:r>
          </a:p>
          <a:p>
            <a:pPr marL="342900" indent="-342900">
              <a:buAutoNum type="arabicPeriod"/>
            </a:pPr>
            <a:r>
              <a:rPr lang="ko-KR" altLang="en-US" b="1">
                <a:solidFill>
                  <a:srgbClr val="3333FF"/>
                </a:solidFill>
                <a:latin typeface="+mn-ea"/>
              </a:rPr>
              <a:t>매개변수의 데이터 타입은</a:t>
            </a:r>
            <a:r>
              <a:rPr lang="en-US" altLang="ko-KR" b="1">
                <a:solidFill>
                  <a:srgbClr val="3333FF"/>
                </a:solidFill>
                <a:latin typeface="+mn-ea"/>
              </a:rPr>
              <a:t>?</a:t>
            </a:r>
            <a:endParaRPr lang="ko-KR" altLang="en-US" b="1">
              <a:solidFill>
                <a:srgbClr val="3333FF"/>
              </a:solidFill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12DDCE-2AB5-437F-BBD5-C2E13A54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1C954B-2C67-44E8-A8B7-37D4F4BE61B9}"/>
              </a:ext>
            </a:extLst>
          </p:cNvPr>
          <p:cNvSpPr/>
          <p:nvPr/>
        </p:nvSpPr>
        <p:spPr>
          <a:xfrm>
            <a:off x="1122999" y="1645640"/>
            <a:ext cx="722579" cy="258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E460B5-4971-457B-88A7-B06D6FD045E8}"/>
              </a:ext>
            </a:extLst>
          </p:cNvPr>
          <p:cNvSpPr/>
          <p:nvPr/>
        </p:nvSpPr>
        <p:spPr>
          <a:xfrm>
            <a:off x="1916830" y="1645639"/>
            <a:ext cx="448866" cy="258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0F29F47-D370-4BB0-9D09-5E2BAF8ABD1C}"/>
              </a:ext>
            </a:extLst>
          </p:cNvPr>
          <p:cNvSpPr/>
          <p:nvPr/>
        </p:nvSpPr>
        <p:spPr>
          <a:xfrm>
            <a:off x="3150236" y="1645638"/>
            <a:ext cx="1226293" cy="258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25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E23E3-E56A-481A-96FB-855D721F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– insert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FA792-8D55-4D16-961A-816DDF8E4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insertPro.jsp </a:t>
            </a:r>
            <a:r>
              <a:rPr lang="ko-KR" altLang="en-US"/>
              <a:t>다시 작성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16E894-DD70-428F-8415-69C72763F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86" y="1654191"/>
            <a:ext cx="8033733" cy="46344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84DDC9-DBC6-4326-9ECB-B0C59B7CEA9C}"/>
              </a:ext>
            </a:extLst>
          </p:cNvPr>
          <p:cNvSpPr txBox="1"/>
          <p:nvPr/>
        </p:nvSpPr>
        <p:spPr>
          <a:xfrm>
            <a:off x="9309687" y="2702718"/>
            <a:ext cx="114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LoginDto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56BBBF-7BDD-4FE3-B2F7-A6E894AF240A}"/>
              </a:ext>
            </a:extLst>
          </p:cNvPr>
          <p:cNvSpPr/>
          <p:nvPr/>
        </p:nvSpPr>
        <p:spPr>
          <a:xfrm>
            <a:off x="9309687" y="3193036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E051E7-DD52-4540-BA92-63BBBB72BB0D}"/>
              </a:ext>
            </a:extLst>
          </p:cNvPr>
          <p:cNvSpPr/>
          <p:nvPr/>
        </p:nvSpPr>
        <p:spPr>
          <a:xfrm>
            <a:off x="9309687" y="4057449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pwd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11ED9B-6CFF-409C-9AA5-CD94B235AF71}"/>
              </a:ext>
            </a:extLst>
          </p:cNvPr>
          <p:cNvSpPr/>
          <p:nvPr/>
        </p:nvSpPr>
        <p:spPr>
          <a:xfrm>
            <a:off x="9309687" y="4500361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altLang="ko-KR" b="1" dirty="0">
                <a:solidFill>
                  <a:schemeClr val="tx1"/>
                </a:solidFill>
              </a:rPr>
              <a:t>Setters/</a:t>
            </a:r>
          </a:p>
          <a:p>
            <a:pPr algn="ctr">
              <a:lnSpc>
                <a:spcPts val="1200"/>
              </a:lnSpc>
            </a:pPr>
            <a:r>
              <a:rPr lang="en-US" altLang="ko-KR" b="1" dirty="0">
                <a:solidFill>
                  <a:schemeClr val="tx1"/>
                </a:solidFill>
              </a:rPr>
              <a:t>getters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CE77F5-ED03-4642-A404-04FEF32FBC5B}"/>
              </a:ext>
            </a:extLst>
          </p:cNvPr>
          <p:cNvSpPr/>
          <p:nvPr/>
        </p:nvSpPr>
        <p:spPr>
          <a:xfrm>
            <a:off x="9309687" y="3614537"/>
            <a:ext cx="1300162" cy="44291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name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00D831-3329-4892-8D75-3D086EF6FE3A}"/>
              </a:ext>
            </a:extLst>
          </p:cNvPr>
          <p:cNvSpPr/>
          <p:nvPr/>
        </p:nvSpPr>
        <p:spPr>
          <a:xfrm>
            <a:off x="1297509" y="3497681"/>
            <a:ext cx="5544616" cy="1324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8447F-6291-45DB-B54B-335D7ED862DC}"/>
              </a:ext>
            </a:extLst>
          </p:cNvPr>
          <p:cNvSpPr txBox="1"/>
          <p:nvPr/>
        </p:nvSpPr>
        <p:spPr>
          <a:xfrm>
            <a:off x="5992031" y="5088655"/>
            <a:ext cx="3718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rgbClr val="FF0000"/>
                </a:solidFill>
                <a:latin typeface="+mn-ea"/>
                <a:ea typeface="+mn-ea"/>
              </a:rPr>
              <a:t>LoginDto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객체에 데이터 저장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5AB345-0B73-4780-8947-D5CDE2F0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69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select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list() </a:t>
            </a:r>
            <a:r>
              <a:rPr lang="ko-KR" altLang="en-US"/>
              <a:t>메소드 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351AB5-3C02-4F1C-BEC0-161334475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816" y="892698"/>
            <a:ext cx="4736288" cy="38533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36" name="내용 개체 틀 11">
            <a:extLst>
              <a:ext uri="{FF2B5EF4-FFF2-40B4-BE49-F238E27FC236}">
                <a16:creationId xmlns:a16="http://schemas.microsoft.com/office/drawing/2014/main" id="{8A5B403F-F046-4BD2-97E5-9961007976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203636"/>
              </p:ext>
            </p:extLst>
          </p:nvPr>
        </p:nvGraphicFramePr>
        <p:xfrm>
          <a:off x="8740813" y="5220421"/>
          <a:ext cx="2434522" cy="14152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4362">
                  <a:extLst>
                    <a:ext uri="{9D8B030D-6E8A-4147-A177-3AD203B41FA5}">
                      <a16:colId xmlns:a16="http://schemas.microsoft.com/office/drawing/2014/main" val="15782753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7618509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247150927"/>
                    </a:ext>
                  </a:extLst>
                </a:gridCol>
              </a:tblGrid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id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name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pwd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315467"/>
                  </a:ext>
                </a:extLst>
              </a:tr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GILSUN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홍길순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1111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683761"/>
                  </a:ext>
                </a:extLst>
              </a:tr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GILDONG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2222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318760"/>
                  </a:ext>
                </a:extLst>
              </a:tr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KYUN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허균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3333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5492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EFB510-E4A5-4267-AA30-DC3907EA6EFE}"/>
              </a:ext>
            </a:extLst>
          </p:cNvPr>
          <p:cNvSpPr txBox="1"/>
          <p:nvPr/>
        </p:nvSpPr>
        <p:spPr>
          <a:xfrm>
            <a:off x="5108176" y="4739833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latin typeface="+mn-ea"/>
                <a:ea typeface="+mn-ea"/>
              </a:rPr>
              <a:t>LoginDTO</a:t>
            </a:r>
            <a:r>
              <a:rPr lang="en-US" altLang="ko-KR" sz="1600" b="1" dirty="0">
                <a:latin typeface="+mn-ea"/>
                <a:ea typeface="+mn-ea"/>
              </a:rPr>
              <a:t> 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6760481-50F0-4A77-AB50-A37CAC4DCAD0}"/>
              </a:ext>
            </a:extLst>
          </p:cNvPr>
          <p:cNvGrpSpPr/>
          <p:nvPr/>
        </p:nvGrpSpPr>
        <p:grpSpPr>
          <a:xfrm>
            <a:off x="5324200" y="5245868"/>
            <a:ext cx="938893" cy="1492959"/>
            <a:chOff x="9631684" y="1646929"/>
            <a:chExt cx="938893" cy="1492959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461EE67-9D22-45C5-AB5F-7AA364A6363E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KYUN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6B4F36A-2165-48AB-9018-314AD4D53C91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3333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C621186-1FDF-4A8B-8E24-78EF0DBCA75F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77ACDF1-033C-4256-9EF1-C9D19E57089A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허균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E1785D4-DE34-4AAA-8CD4-177DBE2D3A49}"/>
              </a:ext>
            </a:extLst>
          </p:cNvPr>
          <p:cNvSpPr txBox="1"/>
          <p:nvPr/>
        </p:nvSpPr>
        <p:spPr>
          <a:xfrm>
            <a:off x="8584842" y="4692672"/>
            <a:ext cx="2025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latin typeface="+mn-ea"/>
                <a:ea typeface="+mn-ea"/>
              </a:rPr>
              <a:t>ResultSet</a:t>
            </a:r>
            <a:r>
              <a:rPr lang="en-US" altLang="ko-KR" sz="1600" b="1" dirty="0">
                <a:latin typeface="+mn-ea"/>
                <a:ea typeface="+mn-ea"/>
              </a:rPr>
              <a:t> 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487118-723F-453F-8165-3BFCFD972FE7}"/>
              </a:ext>
            </a:extLst>
          </p:cNvPr>
          <p:cNvSpPr txBox="1"/>
          <p:nvPr/>
        </p:nvSpPr>
        <p:spPr>
          <a:xfrm>
            <a:off x="428244" y="4650171"/>
            <a:ext cx="3112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>
                <a:latin typeface="+mn-ea"/>
                <a:ea typeface="+mn-ea"/>
              </a:rPr>
              <a:t>dtos</a:t>
            </a:r>
            <a:r>
              <a:rPr lang="en-US" altLang="ko-KR" sz="1600" dirty="0">
                <a:latin typeface="+mn-ea"/>
                <a:ea typeface="+mn-ea"/>
              </a:rPr>
              <a:t> (</a:t>
            </a:r>
            <a:r>
              <a:rPr lang="en-US" altLang="ko-KR" sz="1600" dirty="0" err="1">
                <a:latin typeface="+mn-ea"/>
                <a:ea typeface="+mn-ea"/>
              </a:rPr>
              <a:t>ArrayList</a:t>
            </a:r>
            <a:r>
              <a:rPr lang="ko-KR" altLang="en-US" sz="1600" dirty="0">
                <a:latin typeface="+mn-ea"/>
                <a:ea typeface="+mn-ea"/>
              </a:rPr>
              <a:t>객체의 </a:t>
            </a:r>
            <a:r>
              <a:rPr lang="ko-KR" altLang="en-US" sz="1600" dirty="0" err="1">
                <a:latin typeface="+mn-ea"/>
                <a:ea typeface="+mn-ea"/>
              </a:rPr>
              <a:t>참조변수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endParaRPr lang="ko-KR" altLang="en-US" sz="1600" dirty="0">
              <a:latin typeface="+mn-ea"/>
              <a:ea typeface="+mn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6D56B05-5C4A-459D-B63C-C4267FB3E2E7}"/>
              </a:ext>
            </a:extLst>
          </p:cNvPr>
          <p:cNvCxnSpPr/>
          <p:nvPr/>
        </p:nvCxnSpPr>
        <p:spPr>
          <a:xfrm>
            <a:off x="709664" y="5050281"/>
            <a:ext cx="1" cy="2060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F4ABD48-B055-4FC3-8D8D-743AF5905451}"/>
              </a:ext>
            </a:extLst>
          </p:cNvPr>
          <p:cNvGrpSpPr/>
          <p:nvPr/>
        </p:nvGrpSpPr>
        <p:grpSpPr>
          <a:xfrm>
            <a:off x="584686" y="5256332"/>
            <a:ext cx="906842" cy="1172268"/>
            <a:chOff x="9631684" y="1646929"/>
            <a:chExt cx="938893" cy="1492959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8794C9F-E04B-4244-A380-12E7BEFBE171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GILSUN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B9EF3B1-2CF0-4853-ADEC-E6E851FB43A1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1111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CE86020-84F5-4289-B924-39B56422777C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DCA1127-EB88-4D0E-93F3-DADD9A32BC70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홍길순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51C1211-32A1-427D-BAEC-4265A426C24D}"/>
              </a:ext>
            </a:extLst>
          </p:cNvPr>
          <p:cNvGrpSpPr/>
          <p:nvPr/>
        </p:nvGrpSpPr>
        <p:grpSpPr>
          <a:xfrm>
            <a:off x="1570074" y="5256332"/>
            <a:ext cx="906842" cy="1172268"/>
            <a:chOff x="9631684" y="1646929"/>
            <a:chExt cx="938893" cy="1492959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6D4EE29A-B90E-43B1-B81A-F1402DA464AD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GILDONG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1563842-13DF-4267-A3A8-719541E1A9A7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2222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AA3561D-CEDD-4823-BF29-35BA306733A4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6E8677D1-5FAF-4E17-9E6B-1EF94FA086C6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홍길동</a:t>
              </a:r>
            </a:p>
          </p:txBody>
        </p:sp>
      </p:grpSp>
      <p:cxnSp>
        <p:nvCxnSpPr>
          <p:cNvPr id="59" name="꺾인 연결선 37">
            <a:extLst>
              <a:ext uri="{FF2B5EF4-FFF2-40B4-BE49-F238E27FC236}">
                <a16:creationId xmlns:a16="http://schemas.microsoft.com/office/drawing/2014/main" id="{62D74600-FD8A-4A12-8C6B-DA4FEF9D3F70}"/>
              </a:ext>
            </a:extLst>
          </p:cNvPr>
          <p:cNvCxnSpPr/>
          <p:nvPr/>
        </p:nvCxnSpPr>
        <p:spPr>
          <a:xfrm rot="10800000">
            <a:off x="6263094" y="5997150"/>
            <a:ext cx="2373475" cy="495125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9353684-35C0-470E-98E6-0CE256D5508C}"/>
              </a:ext>
            </a:extLst>
          </p:cNvPr>
          <p:cNvCxnSpPr/>
          <p:nvPr/>
        </p:nvCxnSpPr>
        <p:spPr>
          <a:xfrm flipH="1">
            <a:off x="3668016" y="5997150"/>
            <a:ext cx="165618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BEF56D3-DF25-48C8-8E4A-9A9E2A17E9CC}"/>
              </a:ext>
            </a:extLst>
          </p:cNvPr>
          <p:cNvGrpSpPr/>
          <p:nvPr/>
        </p:nvGrpSpPr>
        <p:grpSpPr>
          <a:xfrm>
            <a:off x="2613694" y="5256332"/>
            <a:ext cx="906842" cy="1172268"/>
            <a:chOff x="9631684" y="1646929"/>
            <a:chExt cx="938893" cy="1492959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AA77A05-51BF-4A19-B501-F3F93D84AA7D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KYUN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9C84E20-3741-4A9A-BB4C-EE10085AE781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3333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253E4D3-D127-4D59-951D-4999091F5EBF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B6F23B9-6857-4952-B8BA-9C0F5968903E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허균</a:t>
              </a:r>
            </a:p>
          </p:txBody>
        </p:sp>
      </p:grpSp>
      <p:sp>
        <p:nvSpPr>
          <p:cNvPr id="66" name="모서리가 둥근 직사각형 45">
            <a:extLst>
              <a:ext uri="{FF2B5EF4-FFF2-40B4-BE49-F238E27FC236}">
                <a16:creationId xmlns:a16="http://schemas.microsoft.com/office/drawing/2014/main" id="{7739E190-C979-4B50-B9C9-05E651C5E18C}"/>
              </a:ext>
            </a:extLst>
          </p:cNvPr>
          <p:cNvSpPr/>
          <p:nvPr/>
        </p:nvSpPr>
        <p:spPr>
          <a:xfrm>
            <a:off x="8596797" y="5621176"/>
            <a:ext cx="2664296" cy="2512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7" name="모서리가 둥근 직사각형 46">
            <a:extLst>
              <a:ext uri="{FF2B5EF4-FFF2-40B4-BE49-F238E27FC236}">
                <a16:creationId xmlns:a16="http://schemas.microsoft.com/office/drawing/2014/main" id="{E58B57A8-68A5-4C21-BA0E-5B4BDD8C5665}"/>
              </a:ext>
            </a:extLst>
          </p:cNvPr>
          <p:cNvSpPr/>
          <p:nvPr/>
        </p:nvSpPr>
        <p:spPr>
          <a:xfrm>
            <a:off x="8596797" y="5969570"/>
            <a:ext cx="2664296" cy="2512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8" name="모서리가 둥근 직사각형 47">
            <a:extLst>
              <a:ext uri="{FF2B5EF4-FFF2-40B4-BE49-F238E27FC236}">
                <a16:creationId xmlns:a16="http://schemas.microsoft.com/office/drawing/2014/main" id="{5C96D9DD-CDB4-4A5B-8D42-4616F1972A64}"/>
              </a:ext>
            </a:extLst>
          </p:cNvPr>
          <p:cNvSpPr/>
          <p:nvPr/>
        </p:nvSpPr>
        <p:spPr>
          <a:xfrm>
            <a:off x="8599906" y="6345446"/>
            <a:ext cx="2664296" cy="2512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43AAF9-FF79-4B4F-BAE7-BD92BB7708E8}"/>
              </a:ext>
            </a:extLst>
          </p:cNvPr>
          <p:cNvSpPr txBox="1"/>
          <p:nvPr/>
        </p:nvSpPr>
        <p:spPr>
          <a:xfrm>
            <a:off x="3717951" y="6090046"/>
            <a:ext cx="183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0000FF"/>
                </a:solidFill>
                <a:latin typeface="+mn-ea"/>
                <a:ea typeface="+mn-ea"/>
              </a:rPr>
              <a:t>dtos.add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en-US" altLang="ko-KR" sz="1600" b="1" dirty="0" err="1">
                <a:solidFill>
                  <a:srgbClr val="0000FF"/>
                </a:solidFill>
                <a:latin typeface="+mn-ea"/>
                <a:ea typeface="+mn-ea"/>
              </a:rPr>
              <a:t>dto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  <a:ea typeface="+mn-ea"/>
              </a:rPr>
              <a:t>) </a:t>
            </a:r>
            <a:endParaRPr lang="ko-KR" altLang="en-US" sz="16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4F3226-11E0-4512-A4E5-081E1CE3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2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select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list.jsp </a:t>
            </a:r>
            <a:r>
              <a:rPr lang="ko-KR" altLang="en-US"/>
              <a:t>다시 작성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FC43B8-8914-40B5-8407-EDA530B7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93" y="1710166"/>
            <a:ext cx="4824536" cy="8029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D1A9D8-3FB8-407E-9FF9-7070A984D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893" y="2730692"/>
            <a:ext cx="7270815" cy="13966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454EE1-AD58-4A04-BF32-59CC5A0A7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91" y="462765"/>
            <a:ext cx="4770233" cy="2121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4D7774-2E4E-4316-99BB-275DF2BC7FA6}"/>
              </a:ext>
            </a:extLst>
          </p:cNvPr>
          <p:cNvSpPr txBox="1"/>
          <p:nvPr/>
        </p:nvSpPr>
        <p:spPr>
          <a:xfrm>
            <a:off x="5383527" y="4344850"/>
            <a:ext cx="766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+mn-ea"/>
                <a:ea typeface="+mn-ea"/>
              </a:rPr>
              <a:t>dto</a:t>
            </a:r>
            <a:r>
              <a:rPr lang="en-US" altLang="ko-KR" sz="1400" b="1" dirty="0">
                <a:latin typeface="+mn-ea"/>
                <a:ea typeface="+mn-ea"/>
              </a:rPr>
              <a:t> 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E5962-5BCA-444E-86F2-CA0675AA7F33}"/>
              </a:ext>
            </a:extLst>
          </p:cNvPr>
          <p:cNvSpPr txBox="1"/>
          <p:nvPr/>
        </p:nvSpPr>
        <p:spPr>
          <a:xfrm>
            <a:off x="8113223" y="6231984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5662BF-D2ED-4A13-ABE3-18621AB70BAA}"/>
              </a:ext>
            </a:extLst>
          </p:cNvPr>
          <p:cNvSpPr txBox="1"/>
          <p:nvPr/>
        </p:nvSpPr>
        <p:spPr>
          <a:xfrm>
            <a:off x="9098611" y="6239358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7EC077-6685-4E09-A385-52F25097ADEC}"/>
              </a:ext>
            </a:extLst>
          </p:cNvPr>
          <p:cNvSpPr txBox="1"/>
          <p:nvPr/>
        </p:nvSpPr>
        <p:spPr>
          <a:xfrm>
            <a:off x="10090250" y="6223826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</a:t>
            </a:r>
            <a:endParaRPr lang="ko-KR" altLang="en-US" sz="11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1B5EB13-421E-4CB1-8FE3-BA09630A3C3D}"/>
              </a:ext>
            </a:extLst>
          </p:cNvPr>
          <p:cNvCxnSpPr/>
          <p:nvPr/>
        </p:nvCxnSpPr>
        <p:spPr>
          <a:xfrm>
            <a:off x="7924407" y="4415960"/>
            <a:ext cx="1" cy="2060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681C2EC-A856-4BDB-A96D-86F3A22B911B}"/>
              </a:ext>
            </a:extLst>
          </p:cNvPr>
          <p:cNvGrpSpPr/>
          <p:nvPr/>
        </p:nvGrpSpPr>
        <p:grpSpPr>
          <a:xfrm>
            <a:off x="7799428" y="4622010"/>
            <a:ext cx="938893" cy="1492959"/>
            <a:chOff x="9631684" y="1646929"/>
            <a:chExt cx="938893" cy="149295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04240AC-2B07-4D95-9F99-2BC80B53967B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GILSUN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9855478-3BBF-43CF-B259-AF780085D0AB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1111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2B9AD16-5A3C-431F-9BFE-CA093D238CDC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86B9DA5-2DA7-4940-B5FC-E1180431731C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홍길순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24E4167-2EFA-4FEA-BF64-E08D59CBC581}"/>
              </a:ext>
            </a:extLst>
          </p:cNvPr>
          <p:cNvGrpSpPr/>
          <p:nvPr/>
        </p:nvGrpSpPr>
        <p:grpSpPr>
          <a:xfrm>
            <a:off x="8784816" y="4622010"/>
            <a:ext cx="938893" cy="1492959"/>
            <a:chOff x="9631684" y="1646929"/>
            <a:chExt cx="938893" cy="149295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A49F3F8-7DAC-4436-9481-09AE4325A422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GILDONG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27D4B98-C8AB-4AE8-AB13-4DD627D10538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2222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4E25E25-BC0A-4885-9121-5323B72640EB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4DE583E-A90A-429C-8A32-AB5E975A636C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홍길동</a:t>
              </a: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EDECF91-5749-4926-9245-3FC9C151318C}"/>
              </a:ext>
            </a:extLst>
          </p:cNvPr>
          <p:cNvCxnSpPr/>
          <p:nvPr/>
        </p:nvCxnSpPr>
        <p:spPr>
          <a:xfrm flipH="1">
            <a:off x="6149738" y="5368123"/>
            <a:ext cx="165618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2DF60B-3946-406F-ACA0-1C0965B92AD8}"/>
              </a:ext>
            </a:extLst>
          </p:cNvPr>
          <p:cNvGrpSpPr/>
          <p:nvPr/>
        </p:nvGrpSpPr>
        <p:grpSpPr>
          <a:xfrm>
            <a:off x="9828436" y="4622010"/>
            <a:ext cx="938893" cy="1492959"/>
            <a:chOff x="9631684" y="1646929"/>
            <a:chExt cx="938893" cy="149295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7F65641-6627-49E8-80C3-548F2599A7F8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KYUN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B134663-963B-4B83-A39B-B3C91DDA7283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3333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F922A9B-163C-44CF-B1E2-996AFD54A0F7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7C29EFD-770F-44D1-AEC8-C16C72F47696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허균</a:t>
              </a:r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38B6363F-039D-4A43-93D2-C04C4847C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97" y="4314217"/>
            <a:ext cx="2806340" cy="20559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aphicFrame>
        <p:nvGraphicFramePr>
          <p:cNvPr id="32" name="내용 개체 틀 11">
            <a:extLst>
              <a:ext uri="{FF2B5EF4-FFF2-40B4-BE49-F238E27FC236}">
                <a16:creationId xmlns:a16="http://schemas.microsoft.com/office/drawing/2014/main" id="{776B35F3-141F-4F00-8F6F-F46300A785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1647026"/>
              </p:ext>
            </p:extLst>
          </p:nvPr>
        </p:nvGraphicFramePr>
        <p:xfrm>
          <a:off x="1228333" y="4845720"/>
          <a:ext cx="2664295" cy="14152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540">
                  <a:extLst>
                    <a:ext uri="{9D8B030D-6E8A-4147-A177-3AD203B41FA5}">
                      <a16:colId xmlns:a16="http://schemas.microsoft.com/office/drawing/2014/main" val="157827536"/>
                    </a:ext>
                  </a:extLst>
                </a:gridCol>
                <a:gridCol w="818517">
                  <a:extLst>
                    <a:ext uri="{9D8B030D-6E8A-4147-A177-3AD203B41FA5}">
                      <a16:colId xmlns:a16="http://schemas.microsoft.com/office/drawing/2014/main" val="476185090"/>
                    </a:ext>
                  </a:extLst>
                </a:gridCol>
                <a:gridCol w="818238">
                  <a:extLst>
                    <a:ext uri="{9D8B030D-6E8A-4147-A177-3AD203B41FA5}">
                      <a16:colId xmlns:a16="http://schemas.microsoft.com/office/drawing/2014/main" val="4247150927"/>
                    </a:ext>
                  </a:extLst>
                </a:gridCol>
              </a:tblGrid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id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name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pwd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315467"/>
                  </a:ext>
                </a:extLst>
              </a:tr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GILSUN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홍길순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1111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83761"/>
                  </a:ext>
                </a:extLst>
              </a:tr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GILDONG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2222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8760"/>
                  </a:ext>
                </a:extLst>
              </a:tr>
              <a:tr h="3538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KYUN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허균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3333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54920"/>
                  </a:ext>
                </a:extLst>
              </a:tr>
            </a:tbl>
          </a:graphicData>
        </a:graphic>
      </p:graphicFrame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D6F11DE-4C2B-42FB-AF65-8623E283050E}"/>
              </a:ext>
            </a:extLst>
          </p:cNvPr>
          <p:cNvCxnSpPr/>
          <p:nvPr/>
        </p:nvCxnSpPr>
        <p:spPr>
          <a:xfrm flipH="1">
            <a:off x="3964637" y="5365659"/>
            <a:ext cx="165618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277D19A-E4B1-4382-9DBF-CBFD2680DE61}"/>
              </a:ext>
            </a:extLst>
          </p:cNvPr>
          <p:cNvGrpSpPr/>
          <p:nvPr/>
        </p:nvGrpSpPr>
        <p:grpSpPr>
          <a:xfrm>
            <a:off x="5188772" y="4643623"/>
            <a:ext cx="938893" cy="1492959"/>
            <a:chOff x="9631684" y="1646929"/>
            <a:chExt cx="938893" cy="1492959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E4CB74D-702C-497B-93E6-4034073174DE}"/>
                </a:ext>
              </a:extLst>
            </p:cNvPr>
            <p:cNvSpPr/>
            <p:nvPr/>
          </p:nvSpPr>
          <p:spPr>
            <a:xfrm>
              <a:off x="9631684" y="1646929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KYUN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CDF8FF3-EEB9-43B9-832E-67A62BCEBBB7}"/>
                </a:ext>
              </a:extLst>
            </p:cNvPr>
            <p:cNvSpPr/>
            <p:nvPr/>
          </p:nvSpPr>
          <p:spPr>
            <a:xfrm>
              <a:off x="9631684" y="2390578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3333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FE95529-BA54-4B71-8989-58EB2BC600EE}"/>
                </a:ext>
              </a:extLst>
            </p:cNvPr>
            <p:cNvSpPr/>
            <p:nvPr/>
          </p:nvSpPr>
          <p:spPr>
            <a:xfrm>
              <a:off x="9631684" y="2764482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Setters/</a:t>
              </a:r>
            </a:p>
            <a:p>
              <a:pPr algn="ctr">
                <a:lnSpc>
                  <a:spcPts val="1200"/>
                </a:lnSpc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getters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0D6C234-DBC0-4DE7-9C65-38DEED339227}"/>
                </a:ext>
              </a:extLst>
            </p:cNvPr>
            <p:cNvSpPr/>
            <p:nvPr/>
          </p:nvSpPr>
          <p:spPr>
            <a:xfrm>
              <a:off x="9631684" y="2016674"/>
              <a:ext cx="938893" cy="37540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허균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6463BF1-3FBE-46C1-8270-647E064E9E46}"/>
              </a:ext>
            </a:extLst>
          </p:cNvPr>
          <p:cNvSpPr txBox="1"/>
          <p:nvPr/>
        </p:nvSpPr>
        <p:spPr>
          <a:xfrm>
            <a:off x="7924407" y="4209962"/>
            <a:ext cx="2750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+mn-ea"/>
                <a:ea typeface="+mn-ea"/>
              </a:rPr>
              <a:t>dtos</a:t>
            </a:r>
            <a:r>
              <a:rPr lang="en-US" altLang="ko-KR" sz="1400" dirty="0">
                <a:latin typeface="+mn-ea"/>
                <a:ea typeface="+mn-ea"/>
              </a:rPr>
              <a:t> (</a:t>
            </a:r>
            <a:r>
              <a:rPr lang="en-US" altLang="ko-KR" sz="1400" dirty="0" err="1">
                <a:latin typeface="+mn-ea"/>
                <a:ea typeface="+mn-ea"/>
              </a:rPr>
              <a:t>ArrayList</a:t>
            </a:r>
            <a:r>
              <a:rPr lang="ko-KR" altLang="en-US" sz="1400" dirty="0">
                <a:latin typeface="+mn-ea"/>
                <a:ea typeface="+mn-ea"/>
              </a:rPr>
              <a:t>객체의 </a:t>
            </a:r>
            <a:r>
              <a:rPr lang="ko-KR" altLang="en-US" sz="1400" dirty="0" err="1">
                <a:latin typeface="+mn-ea"/>
                <a:ea typeface="+mn-ea"/>
              </a:rPr>
              <a:t>참조변수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E05077-7EEB-4DB5-B168-377798C0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9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update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057835"/>
            <a:ext cx="4997185" cy="5611906"/>
          </a:xfrm>
        </p:spPr>
        <p:txBody>
          <a:bodyPr/>
          <a:lstStyle/>
          <a:p>
            <a:r>
              <a:rPr lang="en-US" altLang="ko-KR"/>
              <a:t>selectOne() </a:t>
            </a:r>
            <a:r>
              <a:rPr lang="ko-KR" altLang="en-US"/>
              <a:t>메소드 작성</a:t>
            </a:r>
            <a:endParaRPr lang="en-US" altLang="ko-KR"/>
          </a:p>
          <a:p>
            <a:pPr lvl="1"/>
            <a:r>
              <a:rPr lang="en-US" altLang="ko-KR"/>
              <a:t>Id </a:t>
            </a:r>
            <a:r>
              <a:rPr lang="ko-KR" altLang="en-US"/>
              <a:t>값으로 수정할 데이터를 검색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7950C1-E10C-4CF5-BD06-69826621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67" y="1448863"/>
            <a:ext cx="6516009" cy="482984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761C6E-C68C-416C-A2AF-519B66F3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5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update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updateForm.jsp </a:t>
            </a:r>
            <a:r>
              <a:rPr lang="ko-KR" altLang="en-US"/>
              <a:t>다시 작성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A974D0-B49E-404D-8A5D-DA950E1DA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10" y="1594191"/>
            <a:ext cx="6030167" cy="241016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6F5652-3010-479C-9E83-4AD4ED78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138" y="2834767"/>
            <a:ext cx="8078648" cy="398035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904C88-CC12-43C0-8A4A-54A67FD6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95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update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update() </a:t>
            </a:r>
            <a:r>
              <a:rPr lang="ko-KR" altLang="en-US"/>
              <a:t>메소드 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8E950C-645D-4B26-9C46-9514C674A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76" y="1609471"/>
            <a:ext cx="7516274" cy="363905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4A857-FE25-4AFB-B8AD-339B8FB7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1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update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updatePro.jsp </a:t>
            </a:r>
            <a:r>
              <a:rPr lang="ko-KR" altLang="en-US"/>
              <a:t>다시 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099177-D2FE-4BFD-8DE9-AD856E7D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84" y="1539363"/>
            <a:ext cx="6658904" cy="464884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5F4E1E-C524-4A20-8E4A-2CB92AD6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0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delete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delete() </a:t>
            </a:r>
            <a:r>
              <a:rPr lang="ko-KR" altLang="en-US"/>
              <a:t>메소드 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979B33-CF7F-4C76-B4D2-44FF71BC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609" y="1692635"/>
            <a:ext cx="7415911" cy="347458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C9FE2B-6B5D-4E26-A088-C1DC6028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7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C5846-7635-42F8-BB48-6AC3E9B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DAO </a:t>
            </a:r>
            <a:r>
              <a:rPr lang="ko-KR" altLang="en-US"/>
              <a:t>작성 </a:t>
            </a:r>
            <a:r>
              <a:rPr lang="en-US" altLang="ko-KR"/>
              <a:t>- delete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3A121-D2D0-40A1-AAFA-8ED021D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delete.jsp </a:t>
            </a:r>
            <a:r>
              <a:rPr lang="ko-KR" altLang="en-US"/>
              <a:t>다시 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5C817B-0416-4AB8-AF33-EC4C49785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957" y="1688009"/>
            <a:ext cx="6516009" cy="362000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207E6-B1D4-4915-BCB7-F1C95F65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0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개선하기 </a:t>
            </a:r>
            <a:r>
              <a:rPr lang="en-US" altLang="ko-KR" dirty="0"/>
              <a:t>– </a:t>
            </a:r>
            <a:r>
              <a:rPr lang="ko-KR" altLang="en-US" dirty="0"/>
              <a:t>중복 코드 제거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528542" y="1166801"/>
            <a:ext cx="4629653" cy="430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018305" y="1794099"/>
            <a:ext cx="3771763" cy="332601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8001215" y="3812781"/>
            <a:ext cx="1678049" cy="107817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사용자 정보 </a:t>
            </a:r>
            <a:r>
              <a:rPr lang="ko-KR" altLang="en-US" sz="1400" b="1" dirty="0">
                <a:solidFill>
                  <a:srgbClr val="0000CC"/>
                </a:solidFill>
              </a:rPr>
              <a:t>입력</a:t>
            </a:r>
            <a:r>
              <a:rPr lang="en-US" altLang="ko-KR" sz="1400" b="1" dirty="0">
                <a:solidFill>
                  <a:srgbClr val="0000CC"/>
                </a:solidFill>
              </a:rPr>
              <a:t>(insert)/</a:t>
            </a:r>
          </a:p>
          <a:p>
            <a:pPr algn="ctr"/>
            <a:r>
              <a:rPr lang="ko-KR" altLang="en-US" sz="1400" b="1" dirty="0">
                <a:solidFill>
                  <a:srgbClr val="0000CC"/>
                </a:solidFill>
              </a:rPr>
              <a:t>변경</a:t>
            </a:r>
            <a:r>
              <a:rPr lang="en-US" altLang="ko-KR" sz="1400" b="1" dirty="0">
                <a:solidFill>
                  <a:srgbClr val="0000CC"/>
                </a:solidFill>
              </a:rPr>
              <a:t>(update)/ </a:t>
            </a:r>
            <a:r>
              <a:rPr lang="ko-KR" altLang="en-US" sz="1400" b="1" dirty="0">
                <a:solidFill>
                  <a:srgbClr val="0000CC"/>
                </a:solidFill>
              </a:rPr>
              <a:t>삭제</a:t>
            </a:r>
            <a:r>
              <a:rPr lang="en-US" altLang="ko-KR" sz="1400" b="1" dirty="0">
                <a:solidFill>
                  <a:srgbClr val="0000CC"/>
                </a:solidFill>
              </a:rPr>
              <a:t>(delete)</a:t>
            </a:r>
            <a:endParaRPr lang="ko-KR" altLang="en-US" sz="1400" b="1" dirty="0">
              <a:solidFill>
                <a:srgbClr val="0000CC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7992790" y="2571921"/>
            <a:ext cx="1678049" cy="107817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사용자 정보 </a:t>
            </a:r>
            <a:r>
              <a:rPr lang="ko-KR" altLang="en-US" b="1" dirty="0">
                <a:solidFill>
                  <a:srgbClr val="0000CC"/>
                </a:solidFill>
              </a:rPr>
              <a:t>조회</a:t>
            </a:r>
            <a:r>
              <a:rPr lang="en-US" altLang="ko-KR" b="1" dirty="0">
                <a:solidFill>
                  <a:srgbClr val="0000CC"/>
                </a:solidFill>
              </a:rPr>
              <a:t>(select)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215" y="1235757"/>
            <a:ext cx="1419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/>
              <a:t>LoginDAO</a:t>
            </a:r>
            <a:endParaRPr lang="ko-KR" altLang="en-US" sz="24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7824220" y="1907490"/>
            <a:ext cx="2143868" cy="5017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생성자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(DB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연결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063976" y="1166801"/>
            <a:ext cx="4479451" cy="430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1408526" y="1320270"/>
            <a:ext cx="3771763" cy="3884357"/>
            <a:chOff x="2637374" y="1584317"/>
            <a:chExt cx="3771763" cy="3884357"/>
          </a:xfrm>
        </p:grpSpPr>
        <p:sp>
          <p:nvSpPr>
            <p:cNvPr id="28" name="직사각형 27"/>
            <p:cNvSpPr/>
            <p:nvPr/>
          </p:nvSpPr>
          <p:spPr>
            <a:xfrm>
              <a:off x="2637374" y="2142659"/>
              <a:ext cx="3771763" cy="33260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2747638" y="2917711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입력</a:t>
              </a:r>
              <a:r>
                <a:rPr lang="en-US" altLang="ko-KR" b="1" dirty="0">
                  <a:solidFill>
                    <a:srgbClr val="0000CC"/>
                  </a:solidFill>
                </a:rPr>
                <a:t>(insert)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2747638" y="4241036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변경</a:t>
              </a:r>
              <a:r>
                <a:rPr lang="en-US" altLang="ko-KR" b="1" dirty="0">
                  <a:solidFill>
                    <a:srgbClr val="0000CC"/>
                  </a:solidFill>
                </a:rPr>
                <a:t>(update)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4604758" y="2917711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조회</a:t>
              </a:r>
              <a:r>
                <a:rPr lang="en-US" altLang="ko-KR" b="1" dirty="0">
                  <a:solidFill>
                    <a:srgbClr val="0000CC"/>
                  </a:solidFill>
                </a:rPr>
                <a:t>(select)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4604758" y="4267824"/>
              <a:ext cx="1678049" cy="107817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b="1" dirty="0">
                  <a:solidFill>
                    <a:srgbClr val="0000CC"/>
                  </a:solidFill>
                </a:rPr>
                <a:t>삭제</a:t>
              </a:r>
              <a:r>
                <a:rPr lang="en-US" altLang="ko-KR" b="1" dirty="0">
                  <a:solidFill>
                    <a:srgbClr val="0000CC"/>
                  </a:solidFill>
                </a:rPr>
                <a:t>(delete)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620284" y="1584317"/>
              <a:ext cx="14197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/>
                <a:t>LoginDAO</a:t>
              </a:r>
              <a:endParaRPr lang="ko-KR" altLang="en-US" sz="2400" dirty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3443289" y="2256050"/>
              <a:ext cx="2143868" cy="501744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생성자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(DB</a:t>
              </a:r>
              <a:r>
                <a: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연결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  <a:endParaRPr lang="ko-KR" altLang="en-US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37" name="자유형 36"/>
          <p:cNvSpPr/>
          <p:nvPr/>
        </p:nvSpPr>
        <p:spPr>
          <a:xfrm>
            <a:off x="1145916" y="2511188"/>
            <a:ext cx="4436018" cy="2838734"/>
          </a:xfrm>
          <a:custGeom>
            <a:avLst/>
            <a:gdLst>
              <a:gd name="connsiteX0" fmla="*/ 2170490 w 4436018"/>
              <a:gd name="connsiteY0" fmla="*/ 95534 h 2838734"/>
              <a:gd name="connsiteX1" fmla="*/ 2074956 w 4436018"/>
              <a:gd name="connsiteY1" fmla="*/ 68239 h 2838734"/>
              <a:gd name="connsiteX2" fmla="*/ 1993069 w 4436018"/>
              <a:gd name="connsiteY2" fmla="*/ 13648 h 2838734"/>
              <a:gd name="connsiteX3" fmla="*/ 1952126 w 4436018"/>
              <a:gd name="connsiteY3" fmla="*/ 0 h 2838734"/>
              <a:gd name="connsiteX4" fmla="*/ 1747409 w 4436018"/>
              <a:gd name="connsiteY4" fmla="*/ 13648 h 2838734"/>
              <a:gd name="connsiteX5" fmla="*/ 1692818 w 4436018"/>
              <a:gd name="connsiteY5" fmla="*/ 27296 h 2838734"/>
              <a:gd name="connsiteX6" fmla="*/ 1624580 w 4436018"/>
              <a:gd name="connsiteY6" fmla="*/ 40943 h 2838734"/>
              <a:gd name="connsiteX7" fmla="*/ 1501750 w 4436018"/>
              <a:gd name="connsiteY7" fmla="*/ 68239 h 2838734"/>
              <a:gd name="connsiteX8" fmla="*/ 519111 w 4436018"/>
              <a:gd name="connsiteY8" fmla="*/ 68239 h 2838734"/>
              <a:gd name="connsiteX9" fmla="*/ 478168 w 4436018"/>
              <a:gd name="connsiteY9" fmla="*/ 81887 h 2838734"/>
              <a:gd name="connsiteX10" fmla="*/ 300747 w 4436018"/>
              <a:gd name="connsiteY10" fmla="*/ 122830 h 2838734"/>
              <a:gd name="connsiteX11" fmla="*/ 259803 w 4436018"/>
              <a:gd name="connsiteY11" fmla="*/ 150125 h 2838734"/>
              <a:gd name="connsiteX12" fmla="*/ 218860 w 4436018"/>
              <a:gd name="connsiteY12" fmla="*/ 163773 h 2838734"/>
              <a:gd name="connsiteX13" fmla="*/ 164269 w 4436018"/>
              <a:gd name="connsiteY13" fmla="*/ 245660 h 2838734"/>
              <a:gd name="connsiteX14" fmla="*/ 136974 w 4436018"/>
              <a:gd name="connsiteY14" fmla="*/ 286603 h 2838734"/>
              <a:gd name="connsiteX15" fmla="*/ 109678 w 4436018"/>
              <a:gd name="connsiteY15" fmla="*/ 327546 h 2838734"/>
              <a:gd name="connsiteX16" fmla="*/ 96030 w 4436018"/>
              <a:gd name="connsiteY16" fmla="*/ 668740 h 2838734"/>
              <a:gd name="connsiteX17" fmla="*/ 82383 w 4436018"/>
              <a:gd name="connsiteY17" fmla="*/ 1228299 h 2838734"/>
              <a:gd name="connsiteX18" fmla="*/ 68735 w 4436018"/>
              <a:gd name="connsiteY18" fmla="*/ 1364776 h 2838734"/>
              <a:gd name="connsiteX19" fmla="*/ 27791 w 4436018"/>
              <a:gd name="connsiteY19" fmla="*/ 1514902 h 2838734"/>
              <a:gd name="connsiteX20" fmla="*/ 496 w 4436018"/>
              <a:gd name="connsiteY20" fmla="*/ 1815152 h 2838734"/>
              <a:gd name="connsiteX21" fmla="*/ 41439 w 4436018"/>
              <a:gd name="connsiteY21" fmla="*/ 2306472 h 2838734"/>
              <a:gd name="connsiteX22" fmla="*/ 55087 w 4436018"/>
              <a:gd name="connsiteY22" fmla="*/ 2347415 h 2838734"/>
              <a:gd name="connsiteX23" fmla="*/ 82383 w 4436018"/>
              <a:gd name="connsiteY23" fmla="*/ 2388358 h 2838734"/>
              <a:gd name="connsiteX24" fmla="*/ 123326 w 4436018"/>
              <a:gd name="connsiteY24" fmla="*/ 2429302 h 2838734"/>
              <a:gd name="connsiteX25" fmla="*/ 191565 w 4436018"/>
              <a:gd name="connsiteY25" fmla="*/ 2511188 h 2838734"/>
              <a:gd name="connsiteX26" fmla="*/ 259803 w 4436018"/>
              <a:gd name="connsiteY26" fmla="*/ 2606722 h 2838734"/>
              <a:gd name="connsiteX27" fmla="*/ 314394 w 4436018"/>
              <a:gd name="connsiteY27" fmla="*/ 2661313 h 2838734"/>
              <a:gd name="connsiteX28" fmla="*/ 328042 w 4436018"/>
              <a:gd name="connsiteY28" fmla="*/ 2702257 h 2838734"/>
              <a:gd name="connsiteX29" fmla="*/ 368985 w 4436018"/>
              <a:gd name="connsiteY29" fmla="*/ 2715905 h 2838734"/>
              <a:gd name="connsiteX30" fmla="*/ 505463 w 4436018"/>
              <a:gd name="connsiteY30" fmla="*/ 2770496 h 2838734"/>
              <a:gd name="connsiteX31" fmla="*/ 560054 w 4436018"/>
              <a:gd name="connsiteY31" fmla="*/ 2797791 h 2838734"/>
              <a:gd name="connsiteX32" fmla="*/ 614645 w 4436018"/>
              <a:gd name="connsiteY32" fmla="*/ 2811439 h 2838734"/>
              <a:gd name="connsiteX33" fmla="*/ 655588 w 4436018"/>
              <a:gd name="connsiteY33" fmla="*/ 2825087 h 2838734"/>
              <a:gd name="connsiteX34" fmla="*/ 1392568 w 4436018"/>
              <a:gd name="connsiteY34" fmla="*/ 2811439 h 2838734"/>
              <a:gd name="connsiteX35" fmla="*/ 2238729 w 4436018"/>
              <a:gd name="connsiteY35" fmla="*/ 2838734 h 2838734"/>
              <a:gd name="connsiteX36" fmla="*/ 2648162 w 4436018"/>
              <a:gd name="connsiteY36" fmla="*/ 2825087 h 2838734"/>
              <a:gd name="connsiteX37" fmla="*/ 2825583 w 4436018"/>
              <a:gd name="connsiteY37" fmla="*/ 2797791 h 2838734"/>
              <a:gd name="connsiteX38" fmla="*/ 3030299 w 4436018"/>
              <a:gd name="connsiteY38" fmla="*/ 2770496 h 2838734"/>
              <a:gd name="connsiteX39" fmla="*/ 3739983 w 4436018"/>
              <a:gd name="connsiteY39" fmla="*/ 2784143 h 2838734"/>
              <a:gd name="connsiteX40" fmla="*/ 4012938 w 4436018"/>
              <a:gd name="connsiteY40" fmla="*/ 2743200 h 2838734"/>
              <a:gd name="connsiteX41" fmla="*/ 4081177 w 4436018"/>
              <a:gd name="connsiteY41" fmla="*/ 2702257 h 2838734"/>
              <a:gd name="connsiteX42" fmla="*/ 4163063 w 4436018"/>
              <a:gd name="connsiteY42" fmla="*/ 2620370 h 2838734"/>
              <a:gd name="connsiteX43" fmla="*/ 4326836 w 4436018"/>
              <a:gd name="connsiteY43" fmla="*/ 2388358 h 2838734"/>
              <a:gd name="connsiteX44" fmla="*/ 4381427 w 4436018"/>
              <a:gd name="connsiteY44" fmla="*/ 2292824 h 2838734"/>
              <a:gd name="connsiteX45" fmla="*/ 4422371 w 4436018"/>
              <a:gd name="connsiteY45" fmla="*/ 2129051 h 2838734"/>
              <a:gd name="connsiteX46" fmla="*/ 4436018 w 4436018"/>
              <a:gd name="connsiteY46" fmla="*/ 2060812 h 2838734"/>
              <a:gd name="connsiteX47" fmla="*/ 4408723 w 4436018"/>
              <a:gd name="connsiteY47" fmla="*/ 1801505 h 2838734"/>
              <a:gd name="connsiteX48" fmla="*/ 4285893 w 4436018"/>
              <a:gd name="connsiteY48" fmla="*/ 1651379 h 2838734"/>
              <a:gd name="connsiteX49" fmla="*/ 4204006 w 4436018"/>
              <a:gd name="connsiteY49" fmla="*/ 1569493 h 2838734"/>
              <a:gd name="connsiteX50" fmla="*/ 4135768 w 4436018"/>
              <a:gd name="connsiteY50" fmla="*/ 1473958 h 2838734"/>
              <a:gd name="connsiteX51" fmla="*/ 4094824 w 4436018"/>
              <a:gd name="connsiteY51" fmla="*/ 1446663 h 2838734"/>
              <a:gd name="connsiteX52" fmla="*/ 3931051 w 4436018"/>
              <a:gd name="connsiteY52" fmla="*/ 1351128 h 2838734"/>
              <a:gd name="connsiteX53" fmla="*/ 3821869 w 4436018"/>
              <a:gd name="connsiteY53" fmla="*/ 1323833 h 2838734"/>
              <a:gd name="connsiteX54" fmla="*/ 3780926 w 4436018"/>
              <a:gd name="connsiteY54" fmla="*/ 1310185 h 2838734"/>
              <a:gd name="connsiteX55" fmla="*/ 3412436 w 4436018"/>
              <a:gd name="connsiteY55" fmla="*/ 1323833 h 2838734"/>
              <a:gd name="connsiteX56" fmla="*/ 3330550 w 4436018"/>
              <a:gd name="connsiteY56" fmla="*/ 1337481 h 2838734"/>
              <a:gd name="connsiteX57" fmla="*/ 3166777 w 4436018"/>
              <a:gd name="connsiteY57" fmla="*/ 1351128 h 2838734"/>
              <a:gd name="connsiteX58" fmla="*/ 2866526 w 4436018"/>
              <a:gd name="connsiteY58" fmla="*/ 1337481 h 2838734"/>
              <a:gd name="connsiteX59" fmla="*/ 2184138 w 4436018"/>
              <a:gd name="connsiteY59" fmla="*/ 1337481 h 2838734"/>
              <a:gd name="connsiteX60" fmla="*/ 2102251 w 4436018"/>
              <a:gd name="connsiteY60" fmla="*/ 1241946 h 2838734"/>
              <a:gd name="connsiteX61" fmla="*/ 2074956 w 4436018"/>
              <a:gd name="connsiteY61" fmla="*/ 1160060 h 2838734"/>
              <a:gd name="connsiteX62" fmla="*/ 2047660 w 4436018"/>
              <a:gd name="connsiteY62" fmla="*/ 1105469 h 2838734"/>
              <a:gd name="connsiteX63" fmla="*/ 2020365 w 4436018"/>
              <a:gd name="connsiteY63" fmla="*/ 1009934 h 2838734"/>
              <a:gd name="connsiteX64" fmla="*/ 2034012 w 4436018"/>
              <a:gd name="connsiteY64" fmla="*/ 846161 h 2838734"/>
              <a:gd name="connsiteX65" fmla="*/ 2061308 w 4436018"/>
              <a:gd name="connsiteY65" fmla="*/ 764275 h 2838734"/>
              <a:gd name="connsiteX66" fmla="*/ 2074956 w 4436018"/>
              <a:gd name="connsiteY66" fmla="*/ 696036 h 2838734"/>
              <a:gd name="connsiteX67" fmla="*/ 2088603 w 4436018"/>
              <a:gd name="connsiteY67" fmla="*/ 559558 h 2838734"/>
              <a:gd name="connsiteX68" fmla="*/ 2129547 w 4436018"/>
              <a:gd name="connsiteY68" fmla="*/ 327546 h 2838734"/>
              <a:gd name="connsiteX69" fmla="*/ 2102251 w 4436018"/>
              <a:gd name="connsiteY69" fmla="*/ 81887 h 283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436018" h="2838734">
                <a:moveTo>
                  <a:pt x="2170490" y="95534"/>
                </a:moveTo>
                <a:cubicBezTo>
                  <a:pt x="2138645" y="86436"/>
                  <a:pt x="2105027" y="82118"/>
                  <a:pt x="2074956" y="68239"/>
                </a:cubicBezTo>
                <a:cubicBezTo>
                  <a:pt x="2045170" y="54492"/>
                  <a:pt x="2024191" y="24022"/>
                  <a:pt x="1993069" y="13648"/>
                </a:cubicBezTo>
                <a:lnTo>
                  <a:pt x="1952126" y="0"/>
                </a:lnTo>
                <a:cubicBezTo>
                  <a:pt x="1883887" y="4549"/>
                  <a:pt x="1815424" y="6488"/>
                  <a:pt x="1747409" y="13648"/>
                </a:cubicBezTo>
                <a:cubicBezTo>
                  <a:pt x="1728755" y="15612"/>
                  <a:pt x="1711128" y="23227"/>
                  <a:pt x="1692818" y="27296"/>
                </a:cubicBezTo>
                <a:cubicBezTo>
                  <a:pt x="1670174" y="32328"/>
                  <a:pt x="1647262" y="36083"/>
                  <a:pt x="1624580" y="40943"/>
                </a:cubicBezTo>
                <a:lnTo>
                  <a:pt x="1501750" y="68239"/>
                </a:lnTo>
                <a:cubicBezTo>
                  <a:pt x="1068958" y="41189"/>
                  <a:pt x="1216990" y="44582"/>
                  <a:pt x="519111" y="68239"/>
                </a:cubicBezTo>
                <a:cubicBezTo>
                  <a:pt x="504733" y="68726"/>
                  <a:pt x="491947" y="77753"/>
                  <a:pt x="478168" y="81887"/>
                </a:cubicBezTo>
                <a:cubicBezTo>
                  <a:pt x="369117" y="114602"/>
                  <a:pt x="404363" y="105560"/>
                  <a:pt x="300747" y="122830"/>
                </a:cubicBezTo>
                <a:cubicBezTo>
                  <a:pt x="287099" y="131928"/>
                  <a:pt x="274474" y="142790"/>
                  <a:pt x="259803" y="150125"/>
                </a:cubicBezTo>
                <a:cubicBezTo>
                  <a:pt x="246936" y="156559"/>
                  <a:pt x="229032" y="153601"/>
                  <a:pt x="218860" y="163773"/>
                </a:cubicBezTo>
                <a:cubicBezTo>
                  <a:pt x="195663" y="186970"/>
                  <a:pt x="182466" y="218364"/>
                  <a:pt x="164269" y="245660"/>
                </a:cubicBezTo>
                <a:lnTo>
                  <a:pt x="136974" y="286603"/>
                </a:lnTo>
                <a:lnTo>
                  <a:pt x="109678" y="327546"/>
                </a:lnTo>
                <a:cubicBezTo>
                  <a:pt x="55012" y="491547"/>
                  <a:pt x="80871" y="380701"/>
                  <a:pt x="96030" y="668740"/>
                </a:cubicBezTo>
                <a:cubicBezTo>
                  <a:pt x="91481" y="855260"/>
                  <a:pt x="89694" y="1041867"/>
                  <a:pt x="82383" y="1228299"/>
                </a:cubicBezTo>
                <a:cubicBezTo>
                  <a:pt x="80592" y="1273983"/>
                  <a:pt x="77161" y="1319840"/>
                  <a:pt x="68735" y="1364776"/>
                </a:cubicBezTo>
                <a:cubicBezTo>
                  <a:pt x="-4383" y="1754729"/>
                  <a:pt x="78110" y="1187822"/>
                  <a:pt x="27791" y="1514902"/>
                </a:cubicBezTo>
                <a:cubicBezTo>
                  <a:pt x="10539" y="1627042"/>
                  <a:pt x="9246" y="1692652"/>
                  <a:pt x="496" y="1815152"/>
                </a:cubicBezTo>
                <a:cubicBezTo>
                  <a:pt x="15102" y="2253323"/>
                  <a:pt x="-29037" y="2095043"/>
                  <a:pt x="41439" y="2306472"/>
                </a:cubicBezTo>
                <a:cubicBezTo>
                  <a:pt x="45988" y="2320120"/>
                  <a:pt x="47107" y="2335445"/>
                  <a:pt x="55087" y="2347415"/>
                </a:cubicBezTo>
                <a:cubicBezTo>
                  <a:pt x="64186" y="2361063"/>
                  <a:pt x="71882" y="2375757"/>
                  <a:pt x="82383" y="2388358"/>
                </a:cubicBezTo>
                <a:cubicBezTo>
                  <a:pt x="94739" y="2403185"/>
                  <a:pt x="112108" y="2413596"/>
                  <a:pt x="123326" y="2429302"/>
                </a:cubicBezTo>
                <a:cubicBezTo>
                  <a:pt x="186289" y="2517452"/>
                  <a:pt x="110850" y="2457380"/>
                  <a:pt x="191565" y="2511188"/>
                </a:cubicBezTo>
                <a:cubicBezTo>
                  <a:pt x="222400" y="2603697"/>
                  <a:pt x="178850" y="2493387"/>
                  <a:pt x="259803" y="2606722"/>
                </a:cubicBezTo>
                <a:cubicBezTo>
                  <a:pt x="305295" y="2670412"/>
                  <a:pt x="232509" y="2634019"/>
                  <a:pt x="314394" y="2661313"/>
                </a:cubicBezTo>
                <a:cubicBezTo>
                  <a:pt x="318943" y="2674961"/>
                  <a:pt x="317869" y="2692084"/>
                  <a:pt x="328042" y="2702257"/>
                </a:cubicBezTo>
                <a:cubicBezTo>
                  <a:pt x="338214" y="2712429"/>
                  <a:pt x="356118" y="2709471"/>
                  <a:pt x="368985" y="2715905"/>
                </a:cubicBezTo>
                <a:cubicBezTo>
                  <a:pt x="486490" y="2774658"/>
                  <a:pt x="385525" y="2746508"/>
                  <a:pt x="505463" y="2770496"/>
                </a:cubicBezTo>
                <a:cubicBezTo>
                  <a:pt x="523660" y="2779594"/>
                  <a:pt x="541005" y="2790648"/>
                  <a:pt x="560054" y="2797791"/>
                </a:cubicBezTo>
                <a:cubicBezTo>
                  <a:pt x="577617" y="2804377"/>
                  <a:pt x="596610" y="2806286"/>
                  <a:pt x="614645" y="2811439"/>
                </a:cubicBezTo>
                <a:cubicBezTo>
                  <a:pt x="628477" y="2815391"/>
                  <a:pt x="641940" y="2820538"/>
                  <a:pt x="655588" y="2825087"/>
                </a:cubicBezTo>
                <a:lnTo>
                  <a:pt x="1392568" y="2811439"/>
                </a:lnTo>
                <a:cubicBezTo>
                  <a:pt x="2147004" y="2811439"/>
                  <a:pt x="1932093" y="2762079"/>
                  <a:pt x="2238729" y="2838734"/>
                </a:cubicBezTo>
                <a:lnTo>
                  <a:pt x="2648162" y="2825087"/>
                </a:lnTo>
                <a:cubicBezTo>
                  <a:pt x="2744624" y="2820010"/>
                  <a:pt x="2743982" y="2811391"/>
                  <a:pt x="2825583" y="2797791"/>
                </a:cubicBezTo>
                <a:cubicBezTo>
                  <a:pt x="2882105" y="2788371"/>
                  <a:pt x="2975077" y="2777398"/>
                  <a:pt x="3030299" y="2770496"/>
                </a:cubicBezTo>
                <a:lnTo>
                  <a:pt x="3739983" y="2784143"/>
                </a:lnTo>
                <a:cubicBezTo>
                  <a:pt x="3781017" y="2784143"/>
                  <a:pt x="3998686" y="2745575"/>
                  <a:pt x="4012938" y="2743200"/>
                </a:cubicBezTo>
                <a:cubicBezTo>
                  <a:pt x="4035684" y="2729552"/>
                  <a:pt x="4060647" y="2719055"/>
                  <a:pt x="4081177" y="2702257"/>
                </a:cubicBezTo>
                <a:cubicBezTo>
                  <a:pt x="4111053" y="2677813"/>
                  <a:pt x="4135768" y="2647666"/>
                  <a:pt x="4163063" y="2620370"/>
                </a:cubicBezTo>
                <a:cubicBezTo>
                  <a:pt x="4248738" y="2534694"/>
                  <a:pt x="4228115" y="2561119"/>
                  <a:pt x="4326836" y="2388358"/>
                </a:cubicBezTo>
                <a:cubicBezTo>
                  <a:pt x="4345033" y="2356513"/>
                  <a:pt x="4366057" y="2326125"/>
                  <a:pt x="4381427" y="2292824"/>
                </a:cubicBezTo>
                <a:cubicBezTo>
                  <a:pt x="4411327" y="2228040"/>
                  <a:pt x="4409904" y="2197621"/>
                  <a:pt x="4422371" y="2129051"/>
                </a:cubicBezTo>
                <a:cubicBezTo>
                  <a:pt x="4426520" y="2106228"/>
                  <a:pt x="4431469" y="2083558"/>
                  <a:pt x="4436018" y="2060812"/>
                </a:cubicBezTo>
                <a:cubicBezTo>
                  <a:pt x="4426920" y="1974376"/>
                  <a:pt x="4438643" y="1883106"/>
                  <a:pt x="4408723" y="1801505"/>
                </a:cubicBezTo>
                <a:cubicBezTo>
                  <a:pt x="4386465" y="1740800"/>
                  <a:pt x="4331613" y="1697098"/>
                  <a:pt x="4285893" y="1651379"/>
                </a:cubicBezTo>
                <a:cubicBezTo>
                  <a:pt x="4258597" y="1624084"/>
                  <a:pt x="4225418" y="1601612"/>
                  <a:pt x="4204006" y="1569493"/>
                </a:cubicBezTo>
                <a:cubicBezTo>
                  <a:pt x="4188507" y="1546243"/>
                  <a:pt x="4152699" y="1490888"/>
                  <a:pt x="4135768" y="1473958"/>
                </a:cubicBezTo>
                <a:cubicBezTo>
                  <a:pt x="4124169" y="1462360"/>
                  <a:pt x="4108171" y="1456197"/>
                  <a:pt x="4094824" y="1446663"/>
                </a:cubicBezTo>
                <a:cubicBezTo>
                  <a:pt x="4008366" y="1384908"/>
                  <a:pt x="4059353" y="1409446"/>
                  <a:pt x="3931051" y="1351128"/>
                </a:cubicBezTo>
                <a:cubicBezTo>
                  <a:pt x="3892926" y="1333799"/>
                  <a:pt x="3864185" y="1334412"/>
                  <a:pt x="3821869" y="1323833"/>
                </a:cubicBezTo>
                <a:cubicBezTo>
                  <a:pt x="3807913" y="1320344"/>
                  <a:pt x="3794574" y="1314734"/>
                  <a:pt x="3780926" y="1310185"/>
                </a:cubicBezTo>
                <a:cubicBezTo>
                  <a:pt x="3658096" y="1314734"/>
                  <a:pt x="3535125" y="1316397"/>
                  <a:pt x="3412436" y="1323833"/>
                </a:cubicBezTo>
                <a:cubicBezTo>
                  <a:pt x="3384815" y="1325507"/>
                  <a:pt x="3358053" y="1334425"/>
                  <a:pt x="3330550" y="1337481"/>
                </a:cubicBezTo>
                <a:cubicBezTo>
                  <a:pt x="3276105" y="1343530"/>
                  <a:pt x="3221368" y="1346579"/>
                  <a:pt x="3166777" y="1351128"/>
                </a:cubicBezTo>
                <a:cubicBezTo>
                  <a:pt x="3066693" y="1346579"/>
                  <a:pt x="2966713" y="1337481"/>
                  <a:pt x="2866526" y="1337481"/>
                </a:cubicBezTo>
                <a:cubicBezTo>
                  <a:pt x="2152701" y="1337481"/>
                  <a:pt x="2475358" y="1386015"/>
                  <a:pt x="2184138" y="1337481"/>
                </a:cubicBezTo>
                <a:cubicBezTo>
                  <a:pt x="2157081" y="1310424"/>
                  <a:pt x="2118879" y="1279360"/>
                  <a:pt x="2102251" y="1241946"/>
                </a:cubicBezTo>
                <a:cubicBezTo>
                  <a:pt x="2090566" y="1215654"/>
                  <a:pt x="2087823" y="1185794"/>
                  <a:pt x="2074956" y="1160060"/>
                </a:cubicBezTo>
                <a:cubicBezTo>
                  <a:pt x="2065857" y="1141863"/>
                  <a:pt x="2055674" y="1124169"/>
                  <a:pt x="2047660" y="1105469"/>
                </a:cubicBezTo>
                <a:cubicBezTo>
                  <a:pt x="2035911" y="1078056"/>
                  <a:pt x="2027291" y="1037639"/>
                  <a:pt x="2020365" y="1009934"/>
                </a:cubicBezTo>
                <a:cubicBezTo>
                  <a:pt x="2024914" y="955343"/>
                  <a:pt x="2025006" y="900196"/>
                  <a:pt x="2034012" y="846161"/>
                </a:cubicBezTo>
                <a:cubicBezTo>
                  <a:pt x="2038742" y="817781"/>
                  <a:pt x="2053737" y="792033"/>
                  <a:pt x="2061308" y="764275"/>
                </a:cubicBezTo>
                <a:cubicBezTo>
                  <a:pt x="2067412" y="741896"/>
                  <a:pt x="2070407" y="718782"/>
                  <a:pt x="2074956" y="696036"/>
                </a:cubicBezTo>
                <a:cubicBezTo>
                  <a:pt x="2079505" y="650543"/>
                  <a:pt x="2082426" y="604858"/>
                  <a:pt x="2088603" y="559558"/>
                </a:cubicBezTo>
                <a:cubicBezTo>
                  <a:pt x="2101934" y="461793"/>
                  <a:pt x="2112496" y="412797"/>
                  <a:pt x="2129547" y="327546"/>
                </a:cubicBezTo>
                <a:cubicBezTo>
                  <a:pt x="2115264" y="99029"/>
                  <a:pt x="2148515" y="174412"/>
                  <a:pt x="2102251" y="81887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화살표 연결선 38"/>
          <p:cNvCxnSpPr>
            <a:endCxn id="14" idx="1"/>
          </p:cNvCxnSpPr>
          <p:nvPr/>
        </p:nvCxnSpPr>
        <p:spPr>
          <a:xfrm flipV="1">
            <a:off x="5543427" y="4351868"/>
            <a:ext cx="2457788" cy="1884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061B6-C38A-43FC-83F0-46C66994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60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6" grpId="0" animBg="1"/>
      <p:bldP spid="18" grpId="0"/>
      <p:bldP spid="19" grpId="0" animBg="1"/>
      <p:bldP spid="20" grpId="0" animBg="1"/>
      <p:bldP spid="3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A55B7D4-500D-4F12-A338-E900FEBC9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84" y="1427586"/>
            <a:ext cx="5480899" cy="531311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974BF6-7A40-450B-B563-5B4A442D9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777" y="1879699"/>
            <a:ext cx="4887007" cy="277216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개선하기</a:t>
            </a:r>
            <a:r>
              <a:rPr lang="en-US" altLang="ko-KR" dirty="0"/>
              <a:t>(</a:t>
            </a:r>
            <a:r>
              <a:rPr lang="ko-KR" altLang="en-US" dirty="0" err="1"/>
              <a:t>리팩토링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중복 코드 제거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344431" y="803305"/>
            <a:ext cx="3726465" cy="495403"/>
          </a:xfrm>
        </p:spPr>
        <p:txBody>
          <a:bodyPr/>
          <a:lstStyle/>
          <a:p>
            <a:r>
              <a:rPr lang="en-US" altLang="ko-KR" dirty="0" err="1"/>
              <a:t>LoginDAO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509356" y="1049481"/>
            <a:ext cx="4768870" cy="495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JSP – </a:t>
            </a:r>
            <a:r>
              <a:rPr lang="ko-KR" altLang="en-US" dirty="0"/>
              <a:t>처리 파일의 </a:t>
            </a:r>
            <a:r>
              <a:rPr lang="ko-KR" altLang="en-US" dirty="0" err="1"/>
              <a:t>자바빈</a:t>
            </a:r>
            <a:r>
              <a:rPr lang="ko-KR" altLang="en-US" dirty="0"/>
              <a:t> 호출 부분 수정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660107" y="3780430"/>
            <a:ext cx="2674962" cy="3596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26002" y="1428359"/>
            <a:ext cx="3556218" cy="247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601804" y="5163650"/>
            <a:ext cx="1596788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“</a:t>
            </a:r>
            <a:r>
              <a:rPr lang="en-US" altLang="ko-KR" dirty="0" err="1"/>
              <a:t>i</a:t>
            </a:r>
            <a:r>
              <a:rPr lang="en-US" altLang="ko-KR" dirty="0"/>
              <a:t>” : insert</a:t>
            </a:r>
          </a:p>
          <a:p>
            <a:r>
              <a:rPr lang="en-US" altLang="ko-KR" dirty="0"/>
              <a:t>“u” : update</a:t>
            </a:r>
          </a:p>
          <a:p>
            <a:r>
              <a:rPr lang="en-US" altLang="ko-KR" dirty="0"/>
              <a:t>“d” : delete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8543499" y="4140071"/>
            <a:ext cx="327546" cy="10051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2E5DC-E3B7-4A62-92AD-B5B9A63F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96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2454" y="1718364"/>
            <a:ext cx="10515600" cy="2852737"/>
          </a:xfrm>
        </p:spPr>
        <p:txBody>
          <a:bodyPr anchor="ctr"/>
          <a:lstStyle/>
          <a:p>
            <a:pPr algn="ctr"/>
            <a:r>
              <a:rPr lang="ko-KR" altLang="en-US" dirty="0"/>
              <a:t>참고사항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DF6D20C-15A6-44E3-A6E0-2F1A7D7B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082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0"/>
            <a:ext cx="10657184" cy="746760"/>
          </a:xfrm>
        </p:spPr>
        <p:txBody>
          <a:bodyPr>
            <a:noAutofit/>
          </a:bodyPr>
          <a:lstStyle/>
          <a:p>
            <a:r>
              <a:rPr lang="ko-KR" altLang="en-US" sz="3200"/>
              <a:t>자바빈</a:t>
            </a:r>
            <a:r>
              <a:rPr lang="en-US" altLang="ko-KR" sz="3200" dirty="0"/>
              <a:t>(JavaBean) </a:t>
            </a:r>
            <a:r>
              <a:rPr lang="ko-KR" altLang="en-US" sz="3200" dirty="0"/>
              <a:t>만들기</a:t>
            </a:r>
            <a:endParaRPr lang="en-US" altLang="ko-KR" sz="3200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407367" y="942129"/>
            <a:ext cx="11315077" cy="5544468"/>
          </a:xfrm>
        </p:spPr>
        <p:txBody>
          <a:bodyPr/>
          <a:lstStyle/>
          <a:p>
            <a:pPr marL="360363" indent="-360363">
              <a:lnSpc>
                <a:spcPct val="100000"/>
              </a:lnSpc>
            </a:pPr>
            <a:r>
              <a:rPr lang="ko-KR" altLang="en-US" dirty="0" err="1"/>
              <a:t>자바빈</a:t>
            </a:r>
            <a:r>
              <a:rPr lang="ko-KR" altLang="en-US" dirty="0"/>
              <a:t> 작성 규칙</a:t>
            </a:r>
          </a:p>
          <a:p>
            <a:pPr lvl="1">
              <a:lnSpc>
                <a:spcPct val="100000"/>
              </a:lnSpc>
            </a:pPr>
            <a:r>
              <a:rPr lang="ko-KR" altLang="en-US" dirty="0">
                <a:latin typeface="Times New Roman"/>
              </a:rPr>
              <a:t> </a:t>
            </a:r>
            <a:r>
              <a:rPr lang="ko-KR" altLang="en-US" dirty="0" err="1"/>
              <a:t>자바빈은</a:t>
            </a:r>
            <a:r>
              <a:rPr lang="ko-KR" altLang="en-US" dirty="0"/>
              <a:t> </a:t>
            </a:r>
            <a:r>
              <a:rPr lang="en-US" altLang="ko-KR" b="1" dirty="0"/>
              <a:t>POJO</a:t>
            </a:r>
            <a:r>
              <a:rPr lang="ko-KR" altLang="en-US" dirty="0"/>
              <a:t>로 자바의 클래스를 만드는 것과 같은 규칙을 갖는다</a:t>
            </a:r>
            <a:r>
              <a:rPr lang="en-US" altLang="ko-KR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marL="342900" indent="-342900"/>
            <a:r>
              <a:rPr lang="ko-KR" altLang="en-US" dirty="0" err="1">
                <a:latin typeface="+mn-ea"/>
              </a:rPr>
              <a:t>자바빈</a:t>
            </a:r>
            <a:r>
              <a:rPr lang="ko-KR" altLang="en-US" dirty="0">
                <a:latin typeface="+mn-ea"/>
              </a:rPr>
              <a:t> 저장 위치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sz="2000" dirty="0" err="1">
                <a:latin typeface="+mn-ea"/>
              </a:rPr>
              <a:t>웹서버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웹어플리케이션폴더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컨텍스트</a:t>
            </a:r>
            <a:r>
              <a:rPr lang="en-US" altLang="ko-KR" sz="2000" dirty="0">
                <a:latin typeface="+mn-ea"/>
              </a:rPr>
              <a:t>)\WEB-INF\classes</a:t>
            </a:r>
          </a:p>
          <a:p>
            <a:pPr lvl="1"/>
            <a:r>
              <a:rPr lang="ko-KR" altLang="en-US" sz="2000" dirty="0">
                <a:latin typeface="+mn-ea"/>
              </a:rPr>
              <a:t>이클립스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 err="1">
                <a:latin typeface="+mn-ea"/>
              </a:rPr>
              <a:t>프로젝트명</a:t>
            </a:r>
            <a:r>
              <a:rPr lang="en-US" altLang="ko-KR" sz="2000" dirty="0">
                <a:latin typeface="+mn-ea"/>
              </a:rPr>
              <a:t>-[Java Resources]-[</a:t>
            </a:r>
            <a:r>
              <a:rPr lang="en-US" altLang="ko-KR" sz="2000" dirty="0" err="1">
                <a:latin typeface="+mn-ea"/>
              </a:rPr>
              <a:t>src</a:t>
            </a:r>
            <a:r>
              <a:rPr lang="en-US" altLang="ko-KR" sz="2000" dirty="0">
                <a:latin typeface="+mn-ea"/>
              </a:rPr>
              <a:t>]</a:t>
            </a:r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97284" name="AutoShape 4" descr="PIC59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7285" name="AutoShape 5" descr="PIC59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7286" name="AutoShape 6" descr="PIC59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7287" name="AutoShape 7" descr="PIC598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7308" name="Group 28"/>
          <p:cNvGraphicFramePr>
            <a:graphicFrameLocks noGrp="1"/>
          </p:cNvGraphicFramePr>
          <p:nvPr>
            <p:extLst/>
          </p:nvPr>
        </p:nvGraphicFramePr>
        <p:xfrm>
          <a:off x="1199456" y="1859280"/>
          <a:ext cx="10369152" cy="2775712"/>
        </p:xfrm>
        <a:graphic>
          <a:graphicData uri="http://schemas.openxmlformats.org/drawingml/2006/table">
            <a:tbl>
              <a:tblPr/>
              <a:tblGrid>
                <a:gridCol w="1036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26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anose="05000000000000000000" pitchFamily="2" charset="2"/>
                        <a:buChar char="v"/>
                        <a:tabLst/>
                      </a:pP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클래스 작성 순서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 package </a:t>
                      </a:r>
                      <a:r>
                        <a:rPr kumimoji="1" lang="ko-KR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패키지명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; 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//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반드시 패키지 사용해야함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 패키지에는 인식 안됨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2. import </a:t>
                      </a:r>
                      <a:r>
                        <a:rPr kumimoji="1" lang="ko-KR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패키지명을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포함한 라이브러리 클래스의 </a:t>
                      </a:r>
                      <a:r>
                        <a:rPr kumimoji="1" lang="ko-KR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풀네임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;        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//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없으면 생략가능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3. public 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class </a:t>
                      </a:r>
                      <a:r>
                        <a:rPr kumimoji="1" lang="ko-KR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클래스명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{        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//</a:t>
                      </a:r>
                      <a:r>
                        <a:rPr kumimoji="1" lang="ko-KR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인자값이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없는 </a:t>
                      </a:r>
                      <a:r>
                        <a:rPr kumimoji="1" lang="ko-KR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기본생성자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있어야 함</a:t>
                      </a:r>
                      <a:endParaRPr kumimoji="1" lang="en-US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  ………….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}</a:t>
                      </a:r>
                      <a:endParaRPr kumimoji="1" lang="en-US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2F9CE67-EAC6-4483-85D0-B57852D7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150888"/>
            <a:ext cx="9217024" cy="613816"/>
          </a:xfrm>
        </p:spPr>
        <p:txBody>
          <a:bodyPr>
            <a:noAutofit/>
          </a:bodyPr>
          <a:lstStyle/>
          <a:p>
            <a:r>
              <a:rPr lang="ko-KR" altLang="en-US" sz="3600"/>
              <a:t>자바빈</a:t>
            </a:r>
            <a:r>
              <a:rPr lang="en-US" altLang="ko-KR" sz="3600" dirty="0"/>
              <a:t>(JavaBean) </a:t>
            </a:r>
            <a:r>
              <a:rPr lang="ko-KR" altLang="en-US" sz="3600" dirty="0"/>
              <a:t>만들기</a:t>
            </a:r>
            <a:endParaRPr lang="en-US" altLang="ko-KR" sz="3600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551544" y="1052736"/>
            <a:ext cx="11089071" cy="55444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dirty="0" err="1"/>
              <a:t>자바빈의</a:t>
            </a:r>
            <a:r>
              <a:rPr lang="ko-KR" altLang="en-US" sz="2800" dirty="0"/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클래스</a:t>
            </a:r>
            <a:r>
              <a:rPr lang="ko-KR" altLang="en-US" sz="2800" dirty="0"/>
              <a:t>를 선언 </a:t>
            </a:r>
            <a:endParaRPr lang="en-US" altLang="ko-KR" sz="2800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r>
              <a:rPr lang="ko-KR" altLang="en-US" sz="2300" dirty="0"/>
              <a:t>자바 빈을 작성할 때는 접근제어의 강도가 가장 약한 </a:t>
            </a:r>
            <a:r>
              <a:rPr lang="en-US" altLang="ko-KR" sz="2700" b="1" dirty="0">
                <a:solidFill>
                  <a:srgbClr val="FF0000"/>
                </a:solidFill>
              </a:rPr>
              <a:t>public</a:t>
            </a:r>
            <a:r>
              <a:rPr lang="ko-KR" altLang="en-US" sz="2300" dirty="0">
                <a:solidFill>
                  <a:srgbClr val="FF0000"/>
                </a:solidFill>
              </a:rPr>
              <a:t> </a:t>
            </a:r>
            <a:r>
              <a:rPr lang="ko-KR" altLang="en-US" sz="2300" dirty="0"/>
              <a:t>주로 사용</a:t>
            </a:r>
          </a:p>
          <a:p>
            <a:pPr lvl="2"/>
            <a:r>
              <a:rPr lang="ko-KR" altLang="en-US" sz="1950" dirty="0"/>
              <a:t>웹에서는 불특정 다수의 접근을 허용으로 누구나 접근할 수 있는 </a:t>
            </a:r>
            <a:r>
              <a:rPr lang="en-US" altLang="ko-KR" sz="1950" dirty="0"/>
              <a:t>public</a:t>
            </a:r>
            <a:r>
              <a:rPr lang="ko-KR" altLang="en-US" sz="1950" dirty="0"/>
              <a:t>사용</a:t>
            </a:r>
            <a:endParaRPr lang="en-US" altLang="ko-KR" sz="1950" dirty="0"/>
          </a:p>
          <a:p>
            <a:pPr lvl="1">
              <a:lnSpc>
                <a:spcPct val="100000"/>
              </a:lnSpc>
            </a:pPr>
            <a:r>
              <a:rPr lang="ko-KR" altLang="en-US" sz="2400" dirty="0" err="1"/>
              <a:t>클래스명</a:t>
            </a:r>
            <a:endParaRPr lang="en-US" altLang="ko-KR" sz="2400" dirty="0"/>
          </a:p>
          <a:p>
            <a:pPr lvl="2">
              <a:lnSpc>
                <a:spcPct val="100000"/>
              </a:lnSpc>
            </a:pPr>
            <a:r>
              <a:rPr lang="ko-KR" altLang="en-US" sz="2000" dirty="0"/>
              <a:t>단어의 첫 글자는 대문자로 나머지는 소문자를 사용</a:t>
            </a:r>
            <a:endParaRPr lang="en-US" altLang="ko-KR" sz="2000" dirty="0"/>
          </a:p>
          <a:p>
            <a:pPr lvl="3"/>
            <a:r>
              <a:rPr lang="ko-KR" altLang="en-US" sz="1850" dirty="0" err="1"/>
              <a:t>클래스명의</a:t>
            </a:r>
            <a:r>
              <a:rPr lang="ko-KR" altLang="en-US" sz="1850" dirty="0"/>
              <a:t> </a:t>
            </a:r>
            <a:r>
              <a:rPr lang="ko-KR" altLang="en-US" sz="1850" dirty="0" err="1"/>
              <a:t>명명관습을</a:t>
            </a:r>
            <a:r>
              <a:rPr lang="ko-KR" altLang="en-US" sz="1850" dirty="0"/>
              <a:t> 따름</a:t>
            </a:r>
            <a:endParaRPr lang="en-US" altLang="ko-KR" sz="1850" dirty="0"/>
          </a:p>
          <a:p>
            <a:pPr lvl="3"/>
            <a:r>
              <a:rPr lang="ko-KR" altLang="en-US" sz="1850" dirty="0"/>
              <a:t>예 </a:t>
            </a:r>
            <a:r>
              <a:rPr lang="en-US" altLang="ko-KR" sz="1850" dirty="0"/>
              <a:t>: public class </a:t>
            </a:r>
            <a:r>
              <a:rPr lang="en-US" altLang="ko-KR" sz="1850" b="1" dirty="0" err="1">
                <a:solidFill>
                  <a:srgbClr val="0000FF"/>
                </a:solidFill>
              </a:rPr>
              <a:t>UtilClass</a:t>
            </a:r>
            <a:r>
              <a:rPr lang="en-US" altLang="ko-KR" sz="1850" dirty="0"/>
              <a:t>{ }</a:t>
            </a:r>
          </a:p>
        </p:txBody>
      </p:sp>
      <p:sp>
        <p:nvSpPr>
          <p:cNvPr id="98308" name="AutoShape 4" descr="PIC59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8309" name="AutoShape 5" descr="PIC59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8310" name="AutoShape 6" descr="PIC59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8311" name="AutoShape 7" descr="PIC598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Group 28"/>
          <p:cNvGraphicFramePr>
            <a:graphicFrameLocks noGrp="1"/>
          </p:cNvGraphicFramePr>
          <p:nvPr>
            <p:extLst/>
          </p:nvPr>
        </p:nvGraphicFramePr>
        <p:xfrm>
          <a:off x="1415480" y="1674614"/>
          <a:ext cx="7200800" cy="432048"/>
        </p:xfrm>
        <a:graphic>
          <a:graphicData uri="http://schemas.openxmlformats.org/drawingml/2006/table">
            <a:tbl>
              <a:tblPr/>
              <a:tblGrid>
                <a:gridCol w="72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85725" lvl="1" indent="0">
                        <a:lnSpc>
                          <a:spcPct val="100000"/>
                        </a:lnSpc>
                      </a:pPr>
                      <a:r>
                        <a:rPr lang="en-US" altLang="ko-KR" sz="1800" b="1" dirty="0">
                          <a:latin typeface="맑은 고딕" pitchFamily="50" charset="-127"/>
                          <a:ea typeface="맑은 고딕" pitchFamily="50" charset="-127"/>
                        </a:rPr>
                        <a:t>public</a:t>
                      </a:r>
                      <a:r>
                        <a:rPr lang="ko-KR" altLang="en-US" sz="1800" b="1" dirty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en-US" altLang="ko-KR" sz="1800" b="1" dirty="0">
                          <a:latin typeface="맑은 고딕" pitchFamily="50" charset="-127"/>
                          <a:ea typeface="맑은 고딕" pitchFamily="50" charset="-127"/>
                        </a:rPr>
                        <a:t>class  </a:t>
                      </a:r>
                      <a:r>
                        <a:rPr lang="ko-KR" altLang="en-US" sz="1800" b="1" dirty="0" err="1">
                          <a:latin typeface="맑은 고딕" pitchFamily="50" charset="-127"/>
                          <a:ea typeface="맑은 고딕" pitchFamily="50" charset="-127"/>
                        </a:rPr>
                        <a:t>클래스명</a:t>
                      </a:r>
                      <a:r>
                        <a:rPr lang="en-US" altLang="ko-KR" sz="1800" b="1" dirty="0">
                          <a:latin typeface="맑은 고딕" pitchFamily="50" charset="-127"/>
                          <a:ea typeface="맑은 고딕" pitchFamily="50" charset="-127"/>
                        </a:rPr>
                        <a:t>{   }  </a:t>
                      </a: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74985B-B1FA-4BD6-B099-B9FD50DF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79877"/>
            <a:ext cx="10369152" cy="584828"/>
          </a:xfrm>
        </p:spPr>
        <p:txBody>
          <a:bodyPr>
            <a:noAutofit/>
          </a:bodyPr>
          <a:lstStyle/>
          <a:p>
            <a:r>
              <a:rPr lang="ko-KR" altLang="en-US" sz="3600"/>
              <a:t>자바빈</a:t>
            </a:r>
            <a:r>
              <a:rPr lang="en-US" altLang="ko-KR" dirty="0"/>
              <a:t>(JavaBean) </a:t>
            </a:r>
            <a:r>
              <a:rPr lang="ko-KR" altLang="en-US" dirty="0"/>
              <a:t>만들기</a:t>
            </a:r>
            <a:endParaRPr lang="en-US" altLang="ko-KR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564805" y="1133656"/>
            <a:ext cx="11157640" cy="554446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2800" dirty="0"/>
              <a:t>멤버 </a:t>
            </a:r>
            <a:r>
              <a:rPr lang="ko-KR" altLang="en-US" sz="2800" b="1" dirty="0">
                <a:solidFill>
                  <a:srgbClr val="0000FF"/>
                </a:solidFill>
              </a:rPr>
              <a:t>변수</a:t>
            </a:r>
            <a:r>
              <a:rPr lang="ko-KR" altLang="en-US" sz="2800" dirty="0"/>
              <a:t> 선언</a:t>
            </a:r>
            <a:r>
              <a:rPr lang="ko-KR" altLang="en-US" sz="2400" dirty="0"/>
              <a:t> </a:t>
            </a:r>
          </a:p>
          <a:p>
            <a:pPr lvl="1">
              <a:lnSpc>
                <a:spcPct val="100000"/>
              </a:lnSpc>
            </a:pPr>
            <a:r>
              <a:rPr lang="ko-KR" altLang="en-US" sz="2400" dirty="0"/>
              <a:t>값을 저장하기 위한 필드로</a:t>
            </a:r>
            <a:r>
              <a:rPr lang="ko-KR" altLang="en-US" sz="2400" dirty="0">
                <a:latin typeface="Times New Roman"/>
              </a:rPr>
              <a:t> </a:t>
            </a:r>
            <a:r>
              <a:rPr lang="ko-KR" altLang="en-US" sz="2400" dirty="0"/>
              <a:t> 접근제어자를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private</a:t>
            </a:r>
            <a:r>
              <a:rPr lang="ko-KR" altLang="en-US" sz="2400" dirty="0"/>
              <a:t>로 선언 </a:t>
            </a:r>
          </a:p>
          <a:p>
            <a:pPr lvl="2">
              <a:lnSpc>
                <a:spcPct val="100000"/>
              </a:lnSpc>
            </a:pPr>
            <a:r>
              <a:rPr lang="en-US" altLang="ko-KR" sz="1800" dirty="0"/>
              <a:t>private String </a:t>
            </a:r>
            <a:r>
              <a:rPr lang="en-US" altLang="ko-KR" sz="1800" dirty="0" err="1"/>
              <a:t>userid</a:t>
            </a:r>
            <a:r>
              <a:rPr lang="en-US" altLang="ko-KR" sz="1800" dirty="0"/>
              <a:t>; </a:t>
            </a:r>
          </a:p>
          <a:p>
            <a:pPr lvl="2">
              <a:lnSpc>
                <a:spcPct val="100000"/>
              </a:lnSpc>
            </a:pP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ko-KR" altLang="en-US" sz="2800" dirty="0"/>
              <a:t>멤버 </a:t>
            </a:r>
            <a:r>
              <a:rPr lang="ko-KR" altLang="en-US" sz="2800" b="1" dirty="0" err="1">
                <a:solidFill>
                  <a:srgbClr val="0000FF"/>
                </a:solidFill>
              </a:rPr>
              <a:t>메소드</a:t>
            </a:r>
            <a:r>
              <a:rPr lang="ko-KR" altLang="en-US" sz="2800" dirty="0"/>
              <a:t> 선언</a:t>
            </a:r>
          </a:p>
          <a:p>
            <a:pPr lvl="1">
              <a:lnSpc>
                <a:spcPct val="100000"/>
              </a:lnSpc>
            </a:pPr>
            <a:r>
              <a:rPr lang="ko-KR" altLang="en-US" sz="2400" dirty="0"/>
              <a:t>멤버 변수에 접근하기 위한 </a:t>
            </a:r>
            <a:r>
              <a:rPr lang="en-US" altLang="ko-KR" sz="2400" dirty="0" err="1">
                <a:solidFill>
                  <a:srgbClr val="FF0000"/>
                </a:solidFill>
              </a:rPr>
              <a:t>get</a:t>
            </a:r>
            <a:r>
              <a:rPr lang="en-US" altLang="ko-KR" sz="2400" dirty="0" err="1"/>
              <a:t>Xxx</a:t>
            </a:r>
            <a:r>
              <a:rPr lang="en-US" altLang="ko-KR" sz="2400" dirty="0"/>
              <a:t>(), </a:t>
            </a:r>
            <a:r>
              <a:rPr lang="en-US" altLang="ko-KR" sz="2400" dirty="0" err="1">
                <a:solidFill>
                  <a:srgbClr val="FF0000"/>
                </a:solidFill>
              </a:rPr>
              <a:t>set</a:t>
            </a:r>
            <a:r>
              <a:rPr lang="en-US" altLang="ko-KR" sz="2400" dirty="0" err="1"/>
              <a:t>Xxx</a:t>
            </a:r>
            <a:r>
              <a:rPr lang="en-US" altLang="ko-KR" sz="2400" dirty="0"/>
              <a:t>()</a:t>
            </a:r>
            <a:r>
              <a:rPr lang="ko-KR" altLang="en-US" sz="2400" dirty="0" err="1"/>
              <a:t>메소드는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접근제어자를</a:t>
            </a:r>
            <a:r>
              <a:rPr lang="ko-KR" altLang="en-US" sz="2400" dirty="0"/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public</a:t>
            </a:r>
            <a:r>
              <a:rPr lang="ko-KR" altLang="en-US" sz="2400" dirty="0"/>
              <a:t>로 선언</a:t>
            </a:r>
            <a:endParaRPr lang="en-US" altLang="ko-KR" sz="2400" dirty="0"/>
          </a:p>
          <a:p>
            <a:pPr lvl="1"/>
            <a:r>
              <a:rPr lang="ko-KR" altLang="en-US" sz="2400" dirty="0"/>
              <a:t>멤버 변수에 값 </a:t>
            </a:r>
            <a:r>
              <a:rPr lang="ko-KR" altLang="en-US" sz="2400" b="1" dirty="0"/>
              <a:t>저장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setXxx</a:t>
            </a:r>
            <a:r>
              <a:rPr lang="en-US" altLang="ko-KR" sz="2400" dirty="0"/>
              <a:t>()</a:t>
            </a:r>
            <a:r>
              <a:rPr lang="ko-KR" altLang="en-US" sz="2400" dirty="0"/>
              <a:t> 사용</a:t>
            </a:r>
          </a:p>
          <a:p>
            <a:pPr lvl="1"/>
            <a:r>
              <a:rPr lang="ko-KR" altLang="en-US" sz="2400" dirty="0"/>
              <a:t>멤버 변수 값 </a:t>
            </a:r>
            <a:r>
              <a:rPr lang="ko-KR" altLang="en-US" sz="2400" b="1" dirty="0"/>
              <a:t>읽기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getXxx</a:t>
            </a:r>
            <a:r>
              <a:rPr lang="en-US" altLang="ko-KR" sz="2400" dirty="0"/>
              <a:t>()</a:t>
            </a:r>
            <a:r>
              <a:rPr lang="ko-KR" altLang="en-US" sz="2400" dirty="0"/>
              <a:t> 사용</a:t>
            </a:r>
          </a:p>
        </p:txBody>
      </p:sp>
      <p:sp>
        <p:nvSpPr>
          <p:cNvPr id="99332" name="AutoShape 4" descr="PIC59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9333" name="AutoShape 5" descr="PIC59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6528048" y="4149080"/>
            <a:ext cx="3440233" cy="2031325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80975" lvl="3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Public  void  </a:t>
            </a:r>
            <a:r>
              <a:rPr lang="en-US" altLang="ko-KR" sz="1800" b="1" dirty="0" err="1">
                <a:latin typeface="맑은 고딕" pitchFamily="50" charset="-127"/>
                <a:ea typeface="맑은 고딕" pitchFamily="50" charset="-127"/>
              </a:rPr>
              <a:t>setId</a:t>
            </a: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(String id){ </a:t>
            </a:r>
          </a:p>
          <a:p>
            <a:pPr marL="180975" lvl="3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          this. id=id; </a:t>
            </a:r>
          </a:p>
          <a:p>
            <a:pPr marL="180975" lvl="3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} </a:t>
            </a:r>
          </a:p>
          <a:p>
            <a:pPr marL="180975" lvl="3"/>
            <a:endParaRPr lang="en-US" altLang="ko-KR" sz="1800" dirty="0">
              <a:latin typeface="맑은 고딕" pitchFamily="50" charset="-127"/>
              <a:ea typeface="맑은 고딕" pitchFamily="50" charset="-127"/>
            </a:endParaRPr>
          </a:p>
          <a:p>
            <a:pPr marL="180975" lvl="3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public  String  </a:t>
            </a:r>
            <a:r>
              <a:rPr lang="en-US" altLang="ko-KR" sz="1800" b="1" dirty="0" err="1">
                <a:latin typeface="맑은 고딕" pitchFamily="50" charset="-127"/>
                <a:ea typeface="맑은 고딕" pitchFamily="50" charset="-127"/>
              </a:rPr>
              <a:t>getId</a:t>
            </a: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(){ </a:t>
            </a:r>
          </a:p>
          <a:p>
            <a:pPr marL="180975" lvl="3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          return id; </a:t>
            </a:r>
          </a:p>
          <a:p>
            <a:pPr marL="180975" lvl="3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}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964DB3-79B0-4682-9FC6-619D4E28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72509" y="173710"/>
            <a:ext cx="11822267" cy="696463"/>
          </a:xfrm>
        </p:spPr>
        <p:txBody>
          <a:bodyPr>
            <a:normAutofit/>
          </a:bodyPr>
          <a:lstStyle/>
          <a:p>
            <a:r>
              <a:rPr lang="en-US" altLang="ko-KR" sz="3600"/>
              <a:t>[</a:t>
            </a:r>
            <a:r>
              <a:rPr lang="ko-KR" altLang="en-US" sz="3600"/>
              <a:t>참고</a:t>
            </a:r>
            <a:r>
              <a:rPr lang="en-US" altLang="ko-KR" sz="3600"/>
              <a:t>] </a:t>
            </a:r>
            <a:r>
              <a:rPr lang="ko-KR" altLang="en-US" sz="3600" dirty="0"/>
              <a:t>캡슐화</a:t>
            </a:r>
            <a:r>
              <a:rPr lang="en-US" altLang="ko-KR" sz="3600" dirty="0"/>
              <a:t>(</a:t>
            </a:r>
            <a:r>
              <a:rPr lang="ko-KR" altLang="en-US" sz="3600" dirty="0"/>
              <a:t>클래스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>
                <a:latin typeface="+mj-lt"/>
              </a:rPr>
              <a:t>캡슐화</a:t>
            </a:r>
            <a:r>
              <a:rPr lang="en-US" altLang="ko-KR" sz="2800" dirty="0">
                <a:latin typeface="+mj-lt"/>
              </a:rPr>
              <a:t>(Encapsulation)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+mj-lt"/>
              </a:rPr>
              <a:t>정보</a:t>
            </a:r>
            <a:r>
              <a:rPr lang="en-US" altLang="ko-KR" sz="2400" dirty="0">
                <a:latin typeface="+mj-lt"/>
              </a:rPr>
              <a:t> </a:t>
            </a:r>
            <a:r>
              <a:rPr lang="ko-KR" altLang="en-US" sz="2400" dirty="0">
                <a:latin typeface="+mj-lt"/>
              </a:rPr>
              <a:t>은닉</a:t>
            </a:r>
            <a:r>
              <a:rPr lang="en-US" altLang="ko-KR" sz="2400" dirty="0">
                <a:latin typeface="+mj-lt"/>
              </a:rPr>
              <a:t>(Information  Hiding)</a:t>
            </a:r>
            <a:r>
              <a:rPr lang="ko-KR" altLang="en-US" sz="2400" dirty="0">
                <a:latin typeface="+mj-lt"/>
              </a:rPr>
              <a:t> 구현</a:t>
            </a:r>
            <a:endParaRPr lang="en-US" altLang="ko-KR" sz="2400" b="1" dirty="0">
              <a:solidFill>
                <a:srgbClr val="0000FF"/>
              </a:solidFill>
              <a:latin typeface="+mj-lt"/>
            </a:endParaRPr>
          </a:p>
          <a:p>
            <a:pPr marL="723900" lvl="1" indent="-268288"/>
            <a:r>
              <a:rPr lang="ko-KR" altLang="en-US" sz="2000" dirty="0">
                <a:latin typeface="+mj-lt"/>
              </a:rPr>
              <a:t>객체가 무엇을 하는지 알고 </a:t>
            </a:r>
            <a:r>
              <a:rPr lang="ko-KR" altLang="en-US" sz="2000" b="1" dirty="0">
                <a:solidFill>
                  <a:srgbClr val="0000FF"/>
                </a:solidFill>
                <a:latin typeface="+mj-lt"/>
              </a:rPr>
              <a:t>사용</a:t>
            </a:r>
            <a:r>
              <a:rPr lang="ko-KR" altLang="en-US" sz="2000" dirty="0">
                <a:latin typeface="+mj-lt"/>
              </a:rPr>
              <a:t>할 뿐 객체의 내부는 알 필요 없음</a:t>
            </a:r>
            <a:endParaRPr lang="en-US" altLang="ko-KR" sz="2000" dirty="0">
              <a:latin typeface="+mj-lt"/>
            </a:endParaRPr>
          </a:p>
          <a:p>
            <a:pPr marL="723900" lvl="1" indent="-268288"/>
            <a:endParaRPr lang="en-US" altLang="ko-KR" sz="2000" dirty="0">
              <a:latin typeface="+mj-lt"/>
            </a:endParaRPr>
          </a:p>
          <a:p>
            <a:pPr marL="180975" indent="-180975"/>
            <a:r>
              <a:rPr lang="ko-KR" altLang="en-US" sz="2800" b="1" dirty="0">
                <a:latin typeface="+mj-lt"/>
              </a:rPr>
              <a:t>캡슐화 구현 방법</a:t>
            </a:r>
            <a:endParaRPr lang="en-US" altLang="ko-KR" sz="2800" b="1" dirty="0">
              <a:latin typeface="+mj-lt"/>
            </a:endParaRPr>
          </a:p>
          <a:p>
            <a:pPr marL="638106" lvl="1" indent="-180975"/>
            <a:r>
              <a:rPr lang="ko-KR" altLang="en-US" sz="2400" dirty="0">
                <a:latin typeface="+mj-lt"/>
              </a:rPr>
              <a:t>누구나 접근할 수 있도록 </a:t>
            </a:r>
            <a:r>
              <a:rPr lang="ko-KR" altLang="en-US" sz="2400" b="1" dirty="0">
                <a:solidFill>
                  <a:srgbClr val="FF0000"/>
                </a:solidFill>
                <a:latin typeface="+mj-lt"/>
              </a:rPr>
              <a:t>클래스</a:t>
            </a:r>
            <a:r>
              <a:rPr lang="ko-KR" altLang="en-US" sz="2400" dirty="0">
                <a:latin typeface="+mj-lt"/>
              </a:rPr>
              <a:t>는</a:t>
            </a:r>
            <a:r>
              <a:rPr lang="ko-KR" alt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public</a:t>
            </a:r>
            <a:r>
              <a:rPr lang="ko-KR" altLang="en-US" sz="2400" dirty="0">
                <a:latin typeface="+mj-lt"/>
              </a:rPr>
              <a:t>으로 선언한다</a:t>
            </a:r>
            <a:r>
              <a:rPr lang="en-US" altLang="ko-KR" sz="2400" dirty="0">
                <a:latin typeface="+mj-lt"/>
              </a:rPr>
              <a:t>.</a:t>
            </a:r>
          </a:p>
          <a:p>
            <a:pPr marL="638106" lvl="1" indent="-180975"/>
            <a:r>
              <a:rPr lang="ko-KR" altLang="en-US" sz="2400" dirty="0">
                <a:latin typeface="+mj-lt"/>
              </a:rPr>
              <a:t>객체 내부 </a:t>
            </a:r>
            <a:r>
              <a:rPr lang="ko-KR" altLang="en-US" sz="2400" b="1" dirty="0">
                <a:solidFill>
                  <a:srgbClr val="FF0000"/>
                </a:solidFill>
                <a:latin typeface="+mj-lt"/>
              </a:rPr>
              <a:t>변수</a:t>
            </a:r>
            <a:r>
              <a:rPr lang="ko-KR" altLang="en-US" sz="2400" dirty="0">
                <a:latin typeface="+mj-lt"/>
              </a:rPr>
              <a:t>를 </a:t>
            </a: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private </a:t>
            </a:r>
            <a:r>
              <a:rPr lang="ko-KR" altLang="en-US" sz="2400" dirty="0">
                <a:latin typeface="+mj-lt"/>
              </a:rPr>
              <a:t>으로 선언해 직접 접근할 수 없도록 한다</a:t>
            </a:r>
            <a:r>
              <a:rPr lang="en-US" altLang="ko-KR" sz="2400" dirty="0">
                <a:latin typeface="+mj-lt"/>
              </a:rPr>
              <a:t>.</a:t>
            </a:r>
          </a:p>
          <a:p>
            <a:pPr marL="638106" lvl="1" indent="-180975"/>
            <a:r>
              <a:rPr lang="ko-KR" altLang="en-US" sz="2400" dirty="0">
                <a:latin typeface="+mj-lt"/>
              </a:rPr>
              <a:t>객체 내부변수</a:t>
            </a:r>
            <a:r>
              <a:rPr lang="en-US" altLang="ko-KR" sz="2400" dirty="0">
                <a:latin typeface="+mj-lt"/>
              </a:rPr>
              <a:t>(</a:t>
            </a:r>
            <a:r>
              <a:rPr lang="ko-KR" altLang="en-US" sz="2400" dirty="0">
                <a:latin typeface="+mj-lt"/>
              </a:rPr>
              <a:t>멤버 변수</a:t>
            </a:r>
            <a:r>
              <a:rPr lang="en-US" altLang="ko-KR" sz="2400" dirty="0">
                <a:latin typeface="+mj-lt"/>
              </a:rPr>
              <a:t>)</a:t>
            </a:r>
            <a:r>
              <a:rPr lang="ko-KR" altLang="en-US" sz="2400" dirty="0">
                <a:latin typeface="+mj-lt"/>
              </a:rPr>
              <a:t>에 접근하려면 </a:t>
            </a: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public</a:t>
            </a:r>
            <a:r>
              <a:rPr lang="ko-KR" altLang="en-US" sz="2400" b="1" dirty="0">
                <a:solidFill>
                  <a:srgbClr val="FF0000"/>
                </a:solidFill>
                <a:latin typeface="+mj-lt"/>
              </a:rPr>
              <a:t>으로 선언된 </a:t>
            </a: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setter/getter </a:t>
            </a:r>
            <a:r>
              <a:rPr lang="ko-KR" altLang="en-US" sz="2400" b="1" dirty="0" err="1">
                <a:solidFill>
                  <a:srgbClr val="FF0000"/>
                </a:solidFill>
                <a:latin typeface="+mj-lt"/>
              </a:rPr>
              <a:t>메소드</a:t>
            </a:r>
            <a:r>
              <a:rPr lang="ko-KR" altLang="en-US" sz="2400" dirty="0" err="1">
                <a:latin typeface="+mj-lt"/>
              </a:rPr>
              <a:t>를</a:t>
            </a:r>
            <a:r>
              <a:rPr lang="ko-KR" altLang="en-US" sz="2400" dirty="0">
                <a:latin typeface="+mj-lt"/>
              </a:rPr>
              <a:t> 사용한다</a:t>
            </a:r>
            <a:r>
              <a:rPr lang="en-US" altLang="ko-KR" sz="2400" dirty="0">
                <a:latin typeface="+mj-lt"/>
              </a:rPr>
              <a:t>.</a:t>
            </a:r>
          </a:p>
          <a:p>
            <a:endParaRPr lang="en-US" altLang="ko-KR" b="1" dirty="0">
              <a:solidFill>
                <a:srgbClr val="0000FF"/>
              </a:solidFill>
              <a:latin typeface="+mj-lt"/>
            </a:endParaRPr>
          </a:p>
          <a:p>
            <a:endParaRPr lang="ko-KR" altLang="en-US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79776" y="5284746"/>
            <a:ext cx="6833686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n-ea"/>
                <a:ea typeface="+mn-ea"/>
              </a:rPr>
              <a:t>객체지향프로그래밍 특성</a:t>
            </a:r>
            <a:endParaRPr lang="en-US" altLang="ko-KR" b="1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+mn-ea"/>
                <a:ea typeface="+mn-ea"/>
              </a:rPr>
              <a:t>상속성</a:t>
            </a:r>
            <a:r>
              <a:rPr lang="ko-KR" altLang="en-US" sz="2000" dirty="0">
                <a:latin typeface="+mn-ea"/>
                <a:ea typeface="+mn-ea"/>
              </a:rPr>
              <a:t> </a:t>
            </a:r>
            <a:r>
              <a:rPr lang="en-US" altLang="ko-KR" sz="2000" dirty="0">
                <a:latin typeface="+mn-ea"/>
                <a:ea typeface="+mn-ea"/>
              </a:rPr>
              <a:t>: Inheritance(</a:t>
            </a:r>
            <a:r>
              <a:rPr lang="ko-KR" altLang="en-US" sz="2000" dirty="0">
                <a:latin typeface="+mn-ea"/>
                <a:ea typeface="+mn-ea"/>
              </a:rPr>
              <a:t>재사용</a:t>
            </a:r>
            <a:r>
              <a:rPr lang="en-US" altLang="ko-KR" sz="2000" dirty="0">
                <a:latin typeface="+mn-ea"/>
                <a:ea typeface="+mn-ea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  <a:ea typeface="+mn-ea"/>
              </a:rPr>
              <a:t>캡슐화 </a:t>
            </a:r>
            <a:r>
              <a:rPr lang="en-US" altLang="ko-KR" sz="2000" dirty="0">
                <a:latin typeface="+mn-ea"/>
                <a:ea typeface="+mn-ea"/>
              </a:rPr>
              <a:t>: Encapsulation(</a:t>
            </a:r>
            <a:r>
              <a:rPr lang="ko-KR" altLang="en-US" sz="2000" dirty="0" err="1">
                <a:latin typeface="+mn-ea"/>
                <a:ea typeface="+mn-ea"/>
              </a:rPr>
              <a:t>정보은닉</a:t>
            </a:r>
            <a:r>
              <a:rPr lang="en-US" altLang="ko-KR" sz="2000" dirty="0">
                <a:latin typeface="+mn-ea"/>
                <a:ea typeface="+mn-ea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+mn-ea"/>
                <a:ea typeface="+mn-ea"/>
              </a:rPr>
              <a:t>다형성</a:t>
            </a:r>
            <a:r>
              <a:rPr lang="ko-KR" altLang="en-US" sz="2000" dirty="0">
                <a:latin typeface="+mn-ea"/>
                <a:ea typeface="+mn-ea"/>
              </a:rPr>
              <a:t> </a:t>
            </a:r>
            <a:r>
              <a:rPr lang="en-US" altLang="ko-KR" sz="2000" dirty="0">
                <a:latin typeface="+mn-ea"/>
                <a:ea typeface="+mn-ea"/>
              </a:rPr>
              <a:t>: Polymorphism(</a:t>
            </a:r>
            <a:r>
              <a:rPr lang="ko-KR" altLang="en-US" sz="2000" dirty="0" err="1">
                <a:latin typeface="+mn-ea"/>
                <a:ea typeface="+mn-ea"/>
              </a:rPr>
              <a:t>오버라이딩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오버로딩</a:t>
            </a:r>
            <a:r>
              <a:rPr lang="en-US" altLang="ko-KR" sz="2000" dirty="0">
                <a:latin typeface="+mn-ea"/>
                <a:ea typeface="+mn-ea"/>
              </a:rPr>
              <a:t>) 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662DBF-5A6E-4BCF-999F-DAC6C106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1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112711"/>
            <a:ext cx="10406036" cy="620688"/>
          </a:xfrm>
        </p:spPr>
        <p:txBody>
          <a:bodyPr>
            <a:noAutofit/>
          </a:bodyPr>
          <a:lstStyle/>
          <a:p>
            <a:r>
              <a:rPr lang="ko-KR" altLang="en-US" sz="3600"/>
              <a:t>자바빈</a:t>
            </a:r>
            <a:r>
              <a:rPr lang="en-US" altLang="ko-KR" sz="3600" dirty="0"/>
              <a:t>(JavaBean) </a:t>
            </a:r>
            <a:r>
              <a:rPr lang="ko-KR" altLang="en-US" sz="3600" dirty="0"/>
              <a:t>만들기</a:t>
            </a:r>
            <a:endParaRPr lang="en-US" altLang="ko-KR" sz="360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551384" y="882188"/>
            <a:ext cx="11449272" cy="561637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altLang="ko-KR" sz="2800" b="1" dirty="0" err="1"/>
              <a:t>set</a:t>
            </a:r>
            <a:r>
              <a:rPr lang="en-US" altLang="ko-KR" sz="2800" dirty="0" err="1"/>
              <a:t>Xxx</a:t>
            </a:r>
            <a:r>
              <a:rPr lang="en-US" altLang="ko-KR" sz="2800" dirty="0"/>
              <a:t>()</a:t>
            </a:r>
            <a:r>
              <a:rPr lang="ko-KR" altLang="en-US" sz="2800" dirty="0" err="1"/>
              <a:t>메소드</a:t>
            </a:r>
            <a:r>
              <a:rPr lang="ko-KR" altLang="en-US" sz="2800" dirty="0"/>
              <a:t> 작성방법 </a:t>
            </a:r>
          </a:p>
          <a:p>
            <a:pPr>
              <a:lnSpc>
                <a:spcPct val="100000"/>
              </a:lnSpc>
            </a:pPr>
            <a:endParaRPr lang="ko-KR" altLang="en-US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sz="2400" dirty="0"/>
              <a:t>매개변수로부터 값을 받아와 저장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b="1" dirty="0"/>
              <a:t>return type</a:t>
            </a:r>
            <a:r>
              <a:rPr lang="ko-KR" altLang="en-US" sz="2400" b="1" dirty="0"/>
              <a:t>없음</a:t>
            </a:r>
            <a:r>
              <a:rPr lang="en-US" altLang="ko-KR" sz="2400" b="1" dirty="0"/>
              <a:t>(void)</a:t>
            </a:r>
          </a:p>
          <a:p>
            <a:pPr lvl="1">
              <a:lnSpc>
                <a:spcPct val="100000"/>
              </a:lnSpc>
            </a:pPr>
            <a:r>
              <a:rPr lang="en-US" altLang="ko-KR" sz="2400" b="1" dirty="0">
                <a:solidFill>
                  <a:srgbClr val="0000FF"/>
                </a:solidFill>
              </a:rPr>
              <a:t>this</a:t>
            </a:r>
            <a:r>
              <a:rPr lang="en-US" altLang="ko-KR" sz="2400" dirty="0"/>
              <a:t>.id=id;</a:t>
            </a:r>
          </a:p>
          <a:p>
            <a:pPr lvl="2"/>
            <a:r>
              <a:rPr lang="ko-KR" altLang="en-US" sz="2000" dirty="0"/>
              <a:t>넘어온 </a:t>
            </a:r>
            <a:r>
              <a:rPr lang="en-US" altLang="ko-KR" sz="2000" dirty="0"/>
              <a:t>id </a:t>
            </a:r>
            <a:r>
              <a:rPr lang="ko-KR" altLang="en-US" sz="2000" dirty="0"/>
              <a:t>매개변수 값을 해당 객체의 </a:t>
            </a:r>
            <a:r>
              <a:rPr lang="ko-KR" altLang="en-US" sz="2000" dirty="0" err="1"/>
              <a:t>멤버변수</a:t>
            </a:r>
            <a:r>
              <a:rPr lang="ko-KR" altLang="en-US" sz="2000" dirty="0"/>
              <a:t> </a:t>
            </a:r>
            <a:r>
              <a:rPr lang="en-US" altLang="ko-KR" sz="2000" dirty="0"/>
              <a:t>id</a:t>
            </a:r>
            <a:r>
              <a:rPr lang="ko-KR" altLang="en-US" sz="2000" dirty="0"/>
              <a:t>에 저장</a:t>
            </a:r>
            <a:endParaRPr lang="en-US" altLang="ko-KR" sz="2000" dirty="0"/>
          </a:p>
          <a:p>
            <a:pPr lvl="2"/>
            <a:r>
              <a:rPr lang="ko-KR" altLang="en-US" sz="1950" dirty="0"/>
              <a:t>멤버변수명과 매개변수명이 같을 경우 구분을 위해 멤버변수에는 </a:t>
            </a:r>
            <a:r>
              <a:rPr lang="en-US" altLang="ko-KR" sz="1950" b="1" dirty="0">
                <a:solidFill>
                  <a:srgbClr val="0000FF"/>
                </a:solidFill>
              </a:rPr>
              <a:t>this</a:t>
            </a:r>
            <a:r>
              <a:rPr lang="ko-KR" altLang="en-US" sz="1950" dirty="0"/>
              <a:t>가 붙는다</a:t>
            </a:r>
            <a:r>
              <a:rPr lang="en-US" altLang="ko-KR" sz="1950" dirty="0"/>
              <a:t>. </a:t>
            </a:r>
          </a:p>
          <a:p>
            <a:pPr lvl="2"/>
            <a:endParaRPr lang="en-US" altLang="ko-KR" sz="1950" dirty="0"/>
          </a:p>
          <a:p>
            <a:r>
              <a:rPr lang="en-US" altLang="ko-KR" sz="2800" b="1" dirty="0" err="1">
                <a:latin typeface="+mn-ea"/>
              </a:rPr>
              <a:t>get</a:t>
            </a:r>
            <a:r>
              <a:rPr lang="en-US" altLang="ko-KR" sz="2800" dirty="0" err="1">
                <a:latin typeface="+mn-ea"/>
              </a:rPr>
              <a:t>Xxx</a:t>
            </a:r>
            <a:r>
              <a:rPr lang="en-US" altLang="ko-KR" sz="2800" dirty="0">
                <a:latin typeface="+mn-ea"/>
              </a:rPr>
              <a:t>()</a:t>
            </a:r>
            <a:r>
              <a:rPr lang="ko-KR" altLang="en-US" sz="2800" dirty="0" err="1">
                <a:latin typeface="+mn-ea"/>
              </a:rPr>
              <a:t>메소드</a:t>
            </a:r>
            <a:r>
              <a:rPr lang="ko-KR" altLang="en-US" sz="2800" dirty="0">
                <a:latin typeface="+mn-ea"/>
              </a:rPr>
              <a:t> 작성방법 </a:t>
            </a:r>
          </a:p>
          <a:p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pPr lvl="1"/>
            <a:r>
              <a:rPr lang="ko-KR" altLang="en-US" sz="2400" dirty="0">
                <a:latin typeface="+mn-ea"/>
              </a:rPr>
              <a:t>저장된 </a:t>
            </a:r>
            <a:r>
              <a:rPr lang="ko-KR" altLang="en-US" sz="2400" dirty="0" err="1">
                <a:latin typeface="+mn-ea"/>
              </a:rPr>
              <a:t>멤버변수를</a:t>
            </a:r>
            <a:r>
              <a:rPr lang="ko-KR" altLang="en-US" sz="2400" dirty="0">
                <a:latin typeface="+mn-ea"/>
              </a:rPr>
              <a:t> 사용하는 </a:t>
            </a:r>
            <a:r>
              <a:rPr lang="ko-KR" altLang="en-US" sz="2400" dirty="0" err="1">
                <a:latin typeface="+mn-ea"/>
              </a:rPr>
              <a:t>메소드이므로</a:t>
            </a:r>
            <a:r>
              <a:rPr lang="ko-KR" altLang="en-US" sz="2400" dirty="0">
                <a:latin typeface="+mn-ea"/>
              </a:rPr>
              <a:t> 매개변수가 필요 없음</a:t>
            </a:r>
            <a:r>
              <a:rPr lang="en-US" altLang="ko-KR" sz="2400" dirty="0">
                <a:latin typeface="+mn-ea"/>
              </a:rPr>
              <a:t> </a:t>
            </a:r>
          </a:p>
          <a:p>
            <a:pPr lvl="1"/>
            <a:r>
              <a:rPr lang="ko-KR" altLang="en-US" sz="2400" dirty="0">
                <a:latin typeface="+mn-ea"/>
              </a:rPr>
              <a:t>저장된 값을 가져옴으로 </a:t>
            </a:r>
            <a:r>
              <a:rPr lang="ko-KR" altLang="en-US" sz="2400" b="1" dirty="0">
                <a:latin typeface="+mn-ea"/>
              </a:rPr>
              <a:t>반드시 </a:t>
            </a:r>
            <a:r>
              <a:rPr lang="en-US" altLang="ko-KR" sz="2400" b="1" dirty="0"/>
              <a:t>return type </a:t>
            </a:r>
            <a:r>
              <a:rPr lang="ko-KR" altLang="en-US" sz="2400" b="1" dirty="0">
                <a:latin typeface="+mn-ea"/>
              </a:rPr>
              <a:t>을 지정</a:t>
            </a:r>
            <a:r>
              <a:rPr lang="en-US" altLang="ko-KR" b="1" dirty="0">
                <a:latin typeface="+mn-ea"/>
              </a:rPr>
              <a:t> </a:t>
            </a:r>
          </a:p>
          <a:p>
            <a:pPr lvl="2"/>
            <a:r>
              <a:rPr lang="ko-KR" altLang="en-US" sz="1800" dirty="0">
                <a:latin typeface="+mn-ea"/>
              </a:rPr>
              <a:t>리턴 타입이 지정되면 해당 </a:t>
            </a:r>
            <a:r>
              <a:rPr lang="ko-KR" altLang="en-US" sz="1800" dirty="0" err="1">
                <a:latin typeface="+mn-ea"/>
              </a:rPr>
              <a:t>메소드의</a:t>
            </a:r>
            <a:r>
              <a:rPr lang="ko-KR" altLang="en-US" sz="1800" dirty="0">
                <a:latin typeface="+mn-ea"/>
              </a:rPr>
              <a:t> 마지막에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</a:rPr>
              <a:t>return</a:t>
            </a:r>
            <a:r>
              <a:rPr lang="ko-KR" altLang="en-US" sz="1800" dirty="0">
                <a:latin typeface="+mn-ea"/>
              </a:rPr>
              <a:t>문을 반드시 기술 </a:t>
            </a:r>
            <a:endParaRPr lang="en-US" altLang="ko-KR" sz="1800" dirty="0">
              <a:latin typeface="+mn-ea"/>
            </a:endParaRPr>
          </a:p>
          <a:p>
            <a:pPr marL="685800" lvl="2" indent="0">
              <a:buNone/>
            </a:pPr>
            <a:r>
              <a:rPr lang="en-US" altLang="ko-KR" sz="1800" dirty="0">
                <a:latin typeface="+mn-ea"/>
                <a:sym typeface="Wingdings" pitchFamily="2" charset="2"/>
              </a:rPr>
              <a:t>      </a:t>
            </a:r>
            <a:r>
              <a:rPr lang="ko-KR" altLang="en-US" sz="1800" b="1" dirty="0">
                <a:solidFill>
                  <a:srgbClr val="0000FF"/>
                </a:solidFill>
                <a:latin typeface="+mn-ea"/>
                <a:sym typeface="Wingdings" pitchFamily="2" charset="2"/>
              </a:rPr>
              <a:t>지정하지 않으면</a:t>
            </a:r>
            <a:r>
              <a:rPr lang="ko-KR" altLang="en-US" sz="1800" b="1" dirty="0">
                <a:solidFill>
                  <a:srgbClr val="0000FF"/>
                </a:solidFill>
                <a:latin typeface="+mn-ea"/>
              </a:rPr>
              <a:t> 에러 발생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2"/>
            <a:endParaRPr lang="ko-KR" altLang="en-US" sz="1950" dirty="0"/>
          </a:p>
        </p:txBody>
      </p:sp>
      <p:sp>
        <p:nvSpPr>
          <p:cNvPr id="114692" name="AutoShape 4" descr="PIC59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114693" name="AutoShape 5" descr="PIC59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114694" name="AutoShape 6" descr="PIC59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114695" name="AutoShape 7" descr="PIC598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4799856" y="942916"/>
            <a:ext cx="4465637" cy="92551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public void </a:t>
            </a:r>
            <a:r>
              <a:rPr lang="en-US" altLang="ko-KR" sz="1800" dirty="0" err="1">
                <a:latin typeface="맑은 고딕" pitchFamily="50" charset="-127"/>
                <a:ea typeface="맑은 고딕" pitchFamily="50" charset="-127"/>
              </a:rPr>
              <a:t>setId</a:t>
            </a: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(String id){ </a:t>
            </a:r>
          </a:p>
          <a:p>
            <a:pPr lvl="1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          this.id=id; </a:t>
            </a:r>
          </a:p>
          <a:p>
            <a:pPr lvl="1"/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  } 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799856" y="3933056"/>
            <a:ext cx="4465637" cy="784830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>
              <a:lnSpc>
                <a:spcPts val="1800"/>
              </a:lnSpc>
            </a:pP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public String </a:t>
            </a:r>
            <a:r>
              <a:rPr lang="en-US" altLang="ko-KR" sz="1800" dirty="0" err="1">
                <a:latin typeface="맑은 고딕" pitchFamily="50" charset="-127"/>
                <a:ea typeface="맑은 고딕" pitchFamily="50" charset="-127"/>
              </a:rPr>
              <a:t>getId</a:t>
            </a: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(){ </a:t>
            </a:r>
          </a:p>
          <a:p>
            <a:pPr lvl="1">
              <a:lnSpc>
                <a:spcPts val="1800"/>
              </a:lnSpc>
            </a:pP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          return id; </a:t>
            </a:r>
          </a:p>
          <a:p>
            <a:pPr lvl="1">
              <a:lnSpc>
                <a:spcPts val="1800"/>
              </a:lnSpc>
            </a:pP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  }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544272" y="2115912"/>
            <a:ext cx="3096344" cy="523220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 marL="0" lvl="2" defTabSz="685800" fontAlgn="auto">
              <a:spcBef>
                <a:spcPts val="375"/>
              </a:spcBef>
              <a:spcAft>
                <a:spcPts val="0"/>
              </a:spcAft>
            </a:pPr>
            <a:r>
              <a:rPr kumimoji="0" lang="en-US" altLang="ko-KR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this</a:t>
            </a:r>
            <a:r>
              <a:rPr kumimoji="0"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는 자기 자신의 클래스를 가리키는 참조 객체</a:t>
            </a:r>
            <a:endParaRPr kumimoji="0" lang="en-US" altLang="ko-KR" sz="14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F2F872-4413-4F7D-ADB8-C0606761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3295" y="153458"/>
            <a:ext cx="11822267" cy="738745"/>
          </a:xfrm>
        </p:spPr>
        <p:txBody>
          <a:bodyPr>
            <a:normAutofit/>
          </a:bodyPr>
          <a:lstStyle/>
          <a:p>
            <a:r>
              <a:rPr lang="ko-KR" altLang="en-US" sz="3600"/>
              <a:t>자바빈</a:t>
            </a:r>
            <a:r>
              <a:rPr lang="en-US" altLang="ko-KR" sz="3600" dirty="0"/>
              <a:t>(JavaBean) </a:t>
            </a:r>
            <a:r>
              <a:rPr lang="ko-KR" altLang="en-US" sz="3600" dirty="0"/>
              <a:t>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/>
            <a:r>
              <a:rPr lang="ko-KR" altLang="en-US" dirty="0"/>
              <a:t>클래스 작성</a:t>
            </a:r>
            <a:endParaRPr lang="en-US" altLang="ko-KR" dirty="0"/>
          </a:p>
          <a:p>
            <a:pPr marL="685800" lvl="1" indent="-342900"/>
            <a:r>
              <a:rPr lang="ko-KR" altLang="en-US" dirty="0" err="1">
                <a:latin typeface="+mn-ea"/>
              </a:rPr>
              <a:t>자바빈</a:t>
            </a:r>
            <a:r>
              <a:rPr lang="ko-KR" altLang="en-US" dirty="0">
                <a:latin typeface="+mn-ea"/>
              </a:rPr>
              <a:t> 작성 위치</a:t>
            </a:r>
            <a:endParaRPr lang="en-US" altLang="ko-KR" dirty="0">
              <a:latin typeface="+mn-ea"/>
            </a:endParaRPr>
          </a:p>
          <a:p>
            <a:pPr lvl="2"/>
            <a:r>
              <a:rPr lang="ko-KR" altLang="en-US" b="1" dirty="0">
                <a:latin typeface="+mn-ea"/>
              </a:rPr>
              <a:t>이클립스</a:t>
            </a:r>
            <a:endParaRPr lang="en-US" altLang="ko-KR" dirty="0">
              <a:latin typeface="+mn-ea"/>
            </a:endParaRPr>
          </a:p>
          <a:p>
            <a:pPr lvl="3"/>
            <a:r>
              <a:rPr lang="ko-KR" altLang="en-US" dirty="0" err="1">
                <a:latin typeface="+mn-ea"/>
              </a:rPr>
              <a:t>프로젝트명</a:t>
            </a:r>
            <a:r>
              <a:rPr lang="en-US" altLang="ko-KR" dirty="0">
                <a:latin typeface="+mn-ea"/>
              </a:rPr>
              <a:t>-[Java Resources]-[</a:t>
            </a:r>
            <a:r>
              <a:rPr lang="en-US" altLang="ko-KR" dirty="0" err="1">
                <a:latin typeface="+mn-ea"/>
              </a:rPr>
              <a:t>src</a:t>
            </a:r>
            <a:r>
              <a:rPr lang="en-US" altLang="ko-KR" dirty="0">
                <a:latin typeface="+mn-ea"/>
              </a:rPr>
              <a:t>]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220" y="892203"/>
            <a:ext cx="6463439" cy="505461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297C0-DA27-49FD-9086-8DBFC9A8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8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자바빈</a:t>
            </a:r>
            <a:r>
              <a:rPr lang="en-US" altLang="ko-KR" sz="3600" dirty="0"/>
              <a:t>(JavaBean) </a:t>
            </a:r>
            <a:r>
              <a:rPr lang="ko-KR" altLang="en-US" sz="3600" dirty="0"/>
              <a:t>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</a:t>
            </a:r>
            <a:r>
              <a:rPr lang="ko-KR" altLang="en-US" dirty="0"/>
              <a:t>객체에 데이터를 저장하고 출력하기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578255"/>
            <a:ext cx="8064896" cy="510321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2063552" y="2852936"/>
            <a:ext cx="3384376" cy="864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063552" y="5661248"/>
            <a:ext cx="3384376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19936" y="3074541"/>
            <a:ext cx="30768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Test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객체에 데이터 저장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7928" y="5749225"/>
            <a:ext cx="30768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Test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객체에 데이터 출력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A989BD-97A0-4229-9B10-C648D469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6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Collection Framework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793004" y="920086"/>
            <a:ext cx="10964800" cy="474171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배열의 단점을 보완한 데이터 군을 저장하는 클래스들을 표준화한 설계이다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다수의 데이터를 쉽게 처리할 수 있는 방법을 제공하는 클래스들로 구성된다</a:t>
            </a:r>
            <a:r>
              <a:rPr lang="en-US" altLang="ko-KR" sz="2400" dirty="0"/>
              <a:t>.</a:t>
            </a:r>
            <a:br>
              <a:rPr lang="ko-KR" altLang="en-US" sz="2400" dirty="0"/>
            </a:br>
            <a:endParaRPr lang="ko-KR" altLang="en-US" sz="2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335356"/>
              </p:ext>
            </p:extLst>
          </p:nvPr>
        </p:nvGraphicFramePr>
        <p:xfrm>
          <a:off x="794558" y="1987096"/>
          <a:ext cx="8127999" cy="3206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793">
                  <a:extLst>
                    <a:ext uri="{9D8B030D-6E8A-4147-A177-3AD203B41FA5}">
                      <a16:colId xmlns:a16="http://schemas.microsoft.com/office/drawing/2014/main" val="1509495326"/>
                    </a:ext>
                  </a:extLst>
                </a:gridCol>
                <a:gridCol w="4743938">
                  <a:extLst>
                    <a:ext uri="{9D8B030D-6E8A-4147-A177-3AD203B41FA5}">
                      <a16:colId xmlns:a16="http://schemas.microsoft.com/office/drawing/2014/main" val="1805237984"/>
                    </a:ext>
                  </a:extLst>
                </a:gridCol>
                <a:gridCol w="2039268">
                  <a:extLst>
                    <a:ext uri="{9D8B030D-6E8A-4147-A177-3AD203B41FA5}">
                      <a16:colId xmlns:a16="http://schemas.microsoft.com/office/drawing/2014/main" val="1719527649"/>
                    </a:ext>
                  </a:extLst>
                </a:gridCol>
              </a:tblGrid>
              <a:tr h="418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인터페이스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특징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 클래스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4754"/>
                  </a:ext>
                </a:extLst>
              </a:tr>
              <a:tr h="7226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데이터의 중복을 허용하지 않고 순서는 유지하지 않는 집합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HashSet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TreeSet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629680"/>
                  </a:ext>
                </a:extLst>
              </a:tr>
              <a:tr h="10323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List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데이터의 중복을 허용하고 순서가 있는 데이터 구조 가짐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ArrayList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LinkedList,Vector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242227"/>
                  </a:ext>
                </a:extLst>
              </a:tr>
              <a:tr h="10323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Map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value</a:t>
                      </a:r>
                      <a:r>
                        <a:rPr lang="ko-KR" altLang="en-US" dirty="0"/>
                        <a:t>의 쌍으로 이루어진 데이터 집합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Key</a:t>
                      </a:r>
                      <a:r>
                        <a:rPr lang="ko-KR" altLang="en-US" dirty="0"/>
                        <a:t>는 중복을 허용하지 않고 값은 중복 허용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순서는 유지되지 않음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HashMap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TreeMap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HashTable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 dirty="0"/>
                        <a:t>등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54059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597" y="5661803"/>
            <a:ext cx="8477922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컬렉션</a:t>
            </a:r>
            <a:r>
              <a:rPr lang="en-US" altLang="ko-KR" b="1" dirty="0"/>
              <a:t>(collection) : </a:t>
            </a:r>
            <a:r>
              <a:rPr lang="ko-KR" altLang="en-US" b="1" dirty="0"/>
              <a:t>다수의 데이터</a:t>
            </a:r>
            <a:r>
              <a:rPr lang="en-US" altLang="ko-KR" b="1" dirty="0"/>
              <a:t>, </a:t>
            </a:r>
            <a:r>
              <a:rPr lang="ko-KR" altLang="en-US" b="1" dirty="0"/>
              <a:t>데이터 그룹을 의미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프레임워크</a:t>
            </a:r>
            <a:r>
              <a:rPr lang="en-US" altLang="ko-KR" b="1" dirty="0"/>
              <a:t>(framework) : </a:t>
            </a:r>
            <a:r>
              <a:rPr lang="ko-KR" altLang="en-US" b="1" dirty="0"/>
              <a:t>표준화</a:t>
            </a:r>
            <a:r>
              <a:rPr lang="en-US" altLang="ko-KR" b="1" dirty="0"/>
              <a:t>, </a:t>
            </a:r>
            <a:r>
              <a:rPr lang="ko-KR" altLang="en-US" b="1" dirty="0"/>
              <a:t>정형화된 체계적인 프로그래밍 방식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컬렉션 클래스</a:t>
            </a:r>
            <a:r>
              <a:rPr lang="en-US" altLang="ko-KR" b="1" dirty="0"/>
              <a:t>(collection class) : </a:t>
            </a:r>
            <a:r>
              <a:rPr lang="ko-KR" altLang="en-US" b="1" dirty="0"/>
              <a:t>다수의 데이터를 저장할 수 있는 클래스</a:t>
            </a:r>
            <a:endParaRPr lang="en-US" altLang="ko-KR" b="1" dirty="0"/>
          </a:p>
        </p:txBody>
      </p:sp>
      <p:sp>
        <p:nvSpPr>
          <p:cNvPr id="8" name="직사각형 7"/>
          <p:cNvSpPr/>
          <p:nvPr/>
        </p:nvSpPr>
        <p:spPr>
          <a:xfrm>
            <a:off x="9162543" y="2625452"/>
            <a:ext cx="2660285" cy="3785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400" b="1" dirty="0"/>
              <a:t>Array</a:t>
            </a:r>
            <a:r>
              <a:rPr lang="en-US" altLang="ko-KR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관련된 데이터를 하나의 변수에 묶어 일괄적으로 관리하기 위한 데이터 구조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단점 </a:t>
            </a:r>
            <a:r>
              <a:rPr lang="en-US" altLang="ko-KR" dirty="0"/>
              <a:t>: 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ko-KR" altLang="en-US" dirty="0"/>
              <a:t>인덱스에 따라 값을 유지하므로 요소가 삭제되어도 빈자리가 남게 됨</a:t>
            </a:r>
            <a:endParaRPr lang="en-US" altLang="ko-KR" dirty="0"/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ko-KR" altLang="en-US" dirty="0"/>
              <a:t>배열 크기 변경 불가능</a:t>
            </a:r>
            <a:endParaRPr lang="en-US" altLang="ko-KR" dirty="0"/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ko-KR" altLang="en-US" dirty="0"/>
              <a:t>기능이 없음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9067F3-CC99-4347-A636-A13C18D5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30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Collection Framework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913774" y="1049482"/>
            <a:ext cx="10363826" cy="5472504"/>
          </a:xfrm>
        </p:spPr>
        <p:txBody>
          <a:bodyPr>
            <a:normAutofit/>
          </a:bodyPr>
          <a:lstStyle/>
          <a:p>
            <a:r>
              <a:rPr lang="ko-KR" altLang="en-US" sz="2600" b="1"/>
              <a:t>웹사이트의 </a:t>
            </a:r>
            <a:r>
              <a:rPr lang="ko-KR" altLang="en-US" sz="2600" b="1" dirty="0"/>
              <a:t>문서 참조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79" y="2509359"/>
            <a:ext cx="9102416" cy="3174176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176643" y="1543985"/>
            <a:ext cx="96467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hlinkClick r:id="rId3"/>
              </a:rPr>
              <a:t>https://docs.oracle.com/javase/8/docs/api/java/util/package-summary.html</a:t>
            </a:r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3482256" y="5811261"/>
            <a:ext cx="33986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컬렉션은 </a:t>
            </a:r>
            <a:r>
              <a:rPr lang="en-US" altLang="ko-KR" b="1" dirty="0"/>
              <a:t>Generic</a:t>
            </a:r>
            <a:r>
              <a:rPr lang="ko-KR" altLang="en-US" b="1" dirty="0"/>
              <a:t>으로 정의됨</a:t>
            </a:r>
            <a:endParaRPr lang="en-US" altLang="ko-KR" b="1" dirty="0"/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2906973" y="5076967"/>
            <a:ext cx="1214651" cy="7104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B88BF3-9779-4B0E-9486-235BDB8C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607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Collection Framework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913774" y="1049482"/>
            <a:ext cx="10363826" cy="1104945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다양한 상황에서 사용할 수 있는 </a:t>
            </a:r>
            <a:r>
              <a:rPr lang="en-US" altLang="ko-KR" sz="2400" dirty="0"/>
              <a:t>Container </a:t>
            </a:r>
            <a:r>
              <a:rPr lang="ko-KR" altLang="en-US" sz="2400" dirty="0"/>
              <a:t>객체</a:t>
            </a:r>
            <a:r>
              <a:rPr lang="en-US" altLang="ko-KR" sz="2400" dirty="0"/>
              <a:t>(</a:t>
            </a:r>
            <a:r>
              <a:rPr lang="ko-KR" altLang="en-US" sz="2400" dirty="0"/>
              <a:t>데이터를 저장하는 자료구조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>
                <a:solidFill>
                  <a:srgbClr val="0000CC"/>
                </a:solidFill>
              </a:rPr>
              <a:t>java.util.*  </a:t>
            </a:r>
            <a:r>
              <a:rPr lang="ko-KR" altLang="en-US" sz="2400" dirty="0"/>
              <a:t>패키지에 존재</a:t>
            </a: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1499315341"/>
              </p:ext>
            </p:extLst>
          </p:nvPr>
        </p:nvGraphicFramePr>
        <p:xfrm>
          <a:off x="0" y="2258623"/>
          <a:ext cx="5849257" cy="4302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:p14="http://schemas.microsoft.com/office/powerpoint/2010/main" val="2672837953"/>
              </p:ext>
            </p:extLst>
          </p:nvPr>
        </p:nvGraphicFramePr>
        <p:xfrm>
          <a:off x="5677686" y="2154427"/>
          <a:ext cx="6269858" cy="4170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직사각형 6"/>
          <p:cNvSpPr/>
          <p:nvPr/>
        </p:nvSpPr>
        <p:spPr>
          <a:xfrm>
            <a:off x="2266685" y="1417289"/>
            <a:ext cx="8053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12"/>
              </a:rPr>
              <a:t>https://docs.oracle.com/javase/8/docs/api/java/util/package-summary.html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A18589B-33E4-4B2A-B861-2E3B0784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82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 err="1"/>
              <a:t>ArrayList</a:t>
            </a:r>
            <a:r>
              <a:rPr lang="en-US" altLang="ko-KR" sz="3600" dirty="0"/>
              <a:t> </a:t>
            </a:r>
            <a:r>
              <a:rPr lang="ko-KR" altLang="en-US" sz="3600" dirty="0"/>
              <a:t>객체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928685" y="894206"/>
            <a:ext cx="10363826" cy="474171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Array</a:t>
            </a:r>
            <a:r>
              <a:rPr lang="ko-KR" altLang="en-US" sz="2400" dirty="0"/>
              <a:t>와 </a:t>
            </a:r>
            <a:r>
              <a:rPr lang="en-US" altLang="ko-KR" sz="2400" dirty="0"/>
              <a:t>List</a:t>
            </a:r>
            <a:r>
              <a:rPr lang="ko-KR" altLang="en-US" sz="2400" dirty="0"/>
              <a:t>의 특징으로 만들어짐</a:t>
            </a:r>
            <a:endParaRPr lang="en-US" altLang="ko-KR" sz="2400" dirty="0"/>
          </a:p>
          <a:p>
            <a:r>
              <a:rPr lang="ko-KR" altLang="en-US" sz="2400" dirty="0" err="1"/>
              <a:t>객체생성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r>
              <a:rPr lang="ko-KR" altLang="en-US" sz="2400" dirty="0"/>
              <a:t>주요 </a:t>
            </a:r>
            <a:r>
              <a:rPr lang="ko-KR" altLang="en-US" sz="2400" dirty="0" err="1"/>
              <a:t>메소드</a:t>
            </a:r>
            <a:endParaRPr lang="ko-KR" altLang="en-US" sz="2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440731"/>
              </p:ext>
            </p:extLst>
          </p:nvPr>
        </p:nvGraphicFramePr>
        <p:xfrm>
          <a:off x="1245172" y="2676381"/>
          <a:ext cx="9730853" cy="4011307"/>
        </p:xfrm>
        <a:graphic>
          <a:graphicData uri="http://schemas.openxmlformats.org/drawingml/2006/table">
            <a:tbl>
              <a:tblPr/>
              <a:tblGrid>
                <a:gridCol w="1733576">
                  <a:extLst>
                    <a:ext uri="{9D8B030D-6E8A-4147-A177-3AD203B41FA5}">
                      <a16:colId xmlns:a16="http://schemas.microsoft.com/office/drawing/2014/main" val="1483459423"/>
                    </a:ext>
                  </a:extLst>
                </a:gridCol>
                <a:gridCol w="2536534">
                  <a:extLst>
                    <a:ext uri="{9D8B030D-6E8A-4147-A177-3AD203B41FA5}">
                      <a16:colId xmlns:a16="http://schemas.microsoft.com/office/drawing/2014/main" val="2094560457"/>
                    </a:ext>
                  </a:extLst>
                </a:gridCol>
                <a:gridCol w="5460743">
                  <a:extLst>
                    <a:ext uri="{9D8B030D-6E8A-4147-A177-3AD203B41FA5}">
                      <a16:colId xmlns:a16="http://schemas.microsoft.com/office/drawing/2014/main" val="184364715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반환형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8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메소드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800" b="1" dirty="0">
                          <a:effectLst/>
                          <a:latin typeface="+mn-ea"/>
                          <a:ea typeface="+mn-ea"/>
                        </a:rPr>
                        <a:t>기능</a:t>
                      </a:r>
                      <a:endParaRPr 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726757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boolean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e)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지정된 요소를 리스트의 끝에 추가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240522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void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index, </a:t>
                      </a: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e)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지정된 요소를 리스트의 지정된 위치에 삽입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957417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void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clear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리스트로부터 모든 요소 ​​삭제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719340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boolean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contains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리스트에 지정된 요소가 있는 경우는 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true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 반환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838211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get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index)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리스트 내의 지정된 위치의 요소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반환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249763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boolean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isEmpty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리스트에 요소가 없는 경우는 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true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반환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093465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remove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index)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리스트 내의 지정된 위치에 있는 요소 삭제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0999"/>
                  </a:ext>
                </a:extLst>
              </a:tr>
              <a:tr h="40171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boolean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remove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o)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지정된 요소의 최초의 출현을 리스트로부터 삭제</a:t>
                      </a:r>
                      <a:endParaRPr lang="en-US" altLang="ko-KR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590332"/>
                  </a:ext>
                </a:extLst>
              </a:tr>
              <a:tr h="4106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리스트 내의 요소 수 반환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6000" marT="18839" marB="7065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79586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flipH="1">
            <a:off x="2844196" y="1393783"/>
            <a:ext cx="6032385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ArrayList</a:t>
            </a:r>
            <a:r>
              <a:rPr lang="en-US" altLang="ko-KR" sz="2000" dirty="0"/>
              <a:t>&lt;E&gt; </a:t>
            </a:r>
            <a:r>
              <a:rPr lang="en-US" altLang="ko-KR" sz="2000" dirty="0" err="1"/>
              <a:t>alist</a:t>
            </a:r>
            <a:r>
              <a:rPr lang="en-US" altLang="ko-KR" sz="2000" dirty="0"/>
              <a:t> = new </a:t>
            </a:r>
            <a:r>
              <a:rPr lang="en-US" altLang="ko-KR" sz="2000" dirty="0" err="1"/>
              <a:t>ArrayList</a:t>
            </a:r>
            <a:r>
              <a:rPr lang="en-US" altLang="ko-KR" sz="2000" dirty="0"/>
              <a:t>&lt;E&gt;();</a:t>
            </a:r>
            <a:endParaRPr lang="ko-KR" altLang="en-US" sz="200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ECBB2F-3DF1-4FE3-9B33-EB4D77FB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614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913775" y="389916"/>
            <a:ext cx="10364451" cy="555656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cap="none" baseline="0">
                <a:solidFill>
                  <a:schemeClr val="tx1"/>
                </a:solidFill>
                <a:effectLst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j-cs"/>
              </a:defRPr>
            </a:lvl1pPr>
          </a:lstStyle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231" y="1145495"/>
            <a:ext cx="7221538" cy="5413140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38620B-74E9-4165-9AEF-685E243F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59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제네릭</a:t>
            </a:r>
            <a:r>
              <a:rPr lang="en-US" altLang="ko-KR" sz="3600" dirty="0"/>
              <a:t>(Generic)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689487" y="1075361"/>
            <a:ext cx="10964800" cy="420400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클래스 내부에서 사용할 데이터 타입을 </a:t>
            </a:r>
            <a:r>
              <a:rPr lang="ko-KR" altLang="en-US" b="1" dirty="0">
                <a:solidFill>
                  <a:srgbClr val="FF0000"/>
                </a:solidFill>
              </a:rPr>
              <a:t>인스턴스를 생성할 때 확정</a:t>
            </a:r>
            <a:r>
              <a:rPr lang="ko-KR" altLang="en-US" dirty="0"/>
              <a:t>하는 기능</a:t>
            </a:r>
            <a:endParaRPr lang="en-US" altLang="ko-KR" dirty="0"/>
          </a:p>
          <a:p>
            <a:pPr>
              <a:lnSpc>
                <a:spcPct val="110000"/>
              </a:lnSpc>
            </a:pPr>
            <a:r>
              <a:rPr lang="ko-KR" altLang="en-US" dirty="0"/>
              <a:t>다양한 타입의 객체들을 다루는 메서드나 컬렉션 클래스에서 컴파일할 때 타입 체크</a:t>
            </a:r>
            <a:endParaRPr lang="en-US" altLang="ko-KR" dirty="0"/>
          </a:p>
          <a:p>
            <a:pPr>
              <a:lnSpc>
                <a:spcPct val="110000"/>
              </a:lnSpc>
            </a:pPr>
            <a:r>
              <a:rPr lang="ko-KR" altLang="en-US" dirty="0"/>
              <a:t>제네릭 사용 이유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데이터 타입의 안정성</a:t>
            </a:r>
            <a:r>
              <a:rPr lang="en-US" altLang="ko-KR" dirty="0"/>
              <a:t>(Safety)</a:t>
            </a:r>
            <a:r>
              <a:rPr lang="ko-KR" altLang="en-US" dirty="0"/>
              <a:t>를 위해 사용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컴파일러가 실행 전 타입 에러 검출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의도하지 않은 타입의 객체를 저장하는 것을 막고</a:t>
            </a:r>
            <a:r>
              <a:rPr lang="en-US" altLang="ko-KR" dirty="0"/>
              <a:t>, </a:t>
            </a:r>
            <a:r>
              <a:rPr lang="ko-KR" altLang="en-US" dirty="0"/>
              <a:t>저장된 객체를 꺼내 올 때 원래의 타입과 다른 타입으로 </a:t>
            </a:r>
            <a:r>
              <a:rPr lang="ko-KR" altLang="en-US" dirty="0" err="1"/>
              <a:t>형변환되어</a:t>
            </a:r>
            <a:r>
              <a:rPr lang="ko-KR" altLang="en-US" dirty="0"/>
              <a:t> 발생할 수 있는 오류를 줄여 줌</a:t>
            </a:r>
          </a:p>
          <a:p>
            <a:pPr lvl="1">
              <a:lnSpc>
                <a:spcPct val="110000"/>
              </a:lnSpc>
            </a:pPr>
            <a:r>
              <a:rPr lang="ko-KR" altLang="en-US" dirty="0" err="1"/>
              <a:t>타입체크와</a:t>
            </a:r>
            <a:r>
              <a:rPr lang="ko-KR" altLang="en-US" dirty="0"/>
              <a:t> 형 변환을 생략으로 </a:t>
            </a:r>
            <a:r>
              <a:rPr lang="ko-KR" altLang="en-US" dirty="0" err="1"/>
              <a:t>중복코드</a:t>
            </a:r>
            <a:r>
              <a:rPr lang="ko-KR" altLang="en-US" dirty="0"/>
              <a:t> 제거</a:t>
            </a:r>
            <a:r>
              <a:rPr lang="en-US" altLang="ko-KR" dirty="0"/>
              <a:t>(</a:t>
            </a:r>
            <a:r>
              <a:rPr lang="ko-KR" altLang="en-US" dirty="0"/>
              <a:t>코드가 간결해 짐</a:t>
            </a:r>
            <a:r>
              <a:rPr lang="en-US" altLang="ko-KR" dirty="0"/>
              <a:t>). </a:t>
            </a:r>
          </a:p>
          <a:p>
            <a:pPr>
              <a:lnSpc>
                <a:spcPct val="110000"/>
              </a:lnSpc>
            </a:pPr>
            <a:r>
              <a:rPr lang="en-US" altLang="ko-KR" dirty="0"/>
              <a:t>Collection Framework</a:t>
            </a:r>
            <a:r>
              <a:rPr lang="ko-KR" altLang="en-US" dirty="0"/>
              <a:t>을 사용하려면 </a:t>
            </a:r>
            <a:r>
              <a:rPr lang="en-US" altLang="ko-KR" dirty="0"/>
              <a:t>Generic</a:t>
            </a:r>
            <a:r>
              <a:rPr lang="ko-KR" altLang="en-US" dirty="0"/>
              <a:t>을 기본적으로 알아야 함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776289" y="5121000"/>
            <a:ext cx="7137780" cy="1589965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기존에는 다양한 종류의 타입을 다루는 메서드의 매개변수나 반환타입으로 </a:t>
            </a:r>
            <a:r>
              <a:rPr lang="en-US" altLang="ko-KR" dirty="0"/>
              <a:t>Object</a:t>
            </a:r>
            <a:r>
              <a:rPr lang="ko-KR" altLang="en-US" dirty="0"/>
              <a:t>의 참조 변수를 많이 사용했고</a:t>
            </a:r>
            <a:r>
              <a:rPr lang="en-US" altLang="ko-KR" dirty="0"/>
              <a:t>, </a:t>
            </a:r>
            <a:r>
              <a:rPr lang="ko-KR" altLang="en-US" dirty="0"/>
              <a:t>그로 인해 </a:t>
            </a:r>
            <a:r>
              <a:rPr lang="ko-KR" altLang="en-US" dirty="0" err="1"/>
              <a:t>형변환이</a:t>
            </a:r>
            <a:r>
              <a:rPr lang="ko-KR" altLang="en-US" dirty="0"/>
              <a:t> 불가피했지만</a:t>
            </a:r>
            <a:r>
              <a:rPr lang="en-US" altLang="ko-KR" dirty="0"/>
              <a:t>, </a:t>
            </a:r>
            <a:r>
              <a:rPr lang="ko-KR" altLang="en-US" dirty="0"/>
              <a:t>이젠 </a:t>
            </a:r>
            <a:r>
              <a:rPr lang="en-US" altLang="ko-KR" dirty="0"/>
              <a:t>Generic</a:t>
            </a:r>
            <a:r>
              <a:rPr lang="ko-KR" altLang="en-US" dirty="0"/>
              <a:t>으로 </a:t>
            </a:r>
            <a:r>
              <a:rPr lang="en-US" altLang="ko-KR" dirty="0"/>
              <a:t>Object</a:t>
            </a:r>
            <a:r>
              <a:rPr lang="ko-KR" altLang="en-US" dirty="0"/>
              <a:t>타입 대신 원하는 타입</a:t>
            </a:r>
            <a:r>
              <a:rPr lang="en-US" altLang="ko-KR" b="1" dirty="0">
                <a:solidFill>
                  <a:srgbClr val="FFFF00"/>
                </a:solidFill>
              </a:rPr>
              <a:t>(</a:t>
            </a:r>
            <a:r>
              <a:rPr lang="ko-KR" altLang="en-US" b="1" dirty="0" err="1">
                <a:solidFill>
                  <a:srgbClr val="FFFF00"/>
                </a:solidFill>
              </a:rPr>
              <a:t>객체타입만</a:t>
            </a:r>
            <a:r>
              <a:rPr lang="ko-KR" altLang="en-US" b="1" dirty="0">
                <a:solidFill>
                  <a:srgbClr val="FFFF00"/>
                </a:solidFill>
              </a:rPr>
              <a:t> 가능</a:t>
            </a:r>
            <a:r>
              <a:rPr lang="en-US" altLang="ko-KR" b="1" dirty="0">
                <a:solidFill>
                  <a:srgbClr val="FFFF00"/>
                </a:solidFill>
              </a:rPr>
              <a:t>)</a:t>
            </a:r>
            <a:r>
              <a:rPr lang="ko-KR" altLang="en-US" dirty="0"/>
              <a:t>을 지정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타입을 지정하지 않으면 </a:t>
            </a:r>
            <a:r>
              <a:rPr lang="en-US" altLang="ko-KR" dirty="0"/>
              <a:t>Object </a:t>
            </a:r>
            <a:r>
              <a:rPr lang="ko-KR" altLang="en-US" dirty="0"/>
              <a:t>타입으로 간주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1BFCF1-2F73-4CE2-872A-3B6FF672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722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제네릭</a:t>
            </a:r>
            <a:r>
              <a:rPr lang="en-US" altLang="ko-KR" sz="3600" dirty="0"/>
              <a:t>(Generic)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913774" y="1035834"/>
            <a:ext cx="10363826" cy="4741717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118" y="1688608"/>
            <a:ext cx="4217784" cy="5019264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62" y="2392196"/>
            <a:ext cx="2871290" cy="1682709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69DE6C-F73B-4571-B075-C9349D0C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77065"/>
      </p:ext>
    </p:extLst>
  </p:cSld>
  <p:clrMapOvr>
    <a:masterClrMapping/>
  </p:clrMapOvr>
</p:sld>
</file>

<file path=ppt/theme/theme1.xml><?xml version="1.0" encoding="utf-8"?>
<a:theme xmlns:a="http://schemas.openxmlformats.org/drawingml/2006/main" name="2020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프레젠테이션1" id="{4B33F59B-B985-4B5E-9929-AC98C5552B69}" vid="{2F8BD205-57E0-424D-8191-B08051F6AA3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2020-1</Template>
  <TotalTime>10343</TotalTime>
  <Words>1959</Words>
  <Application>Microsoft Office PowerPoint</Application>
  <PresentationFormat>와이드스크린</PresentationFormat>
  <Paragraphs>502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0" baseType="lpstr">
      <vt:lpstr>나눔스퀘어라운드 Bold</vt:lpstr>
      <vt:lpstr>맑은 고딕</vt:lpstr>
      <vt:lpstr>Arial</vt:lpstr>
      <vt:lpstr>Consolas</vt:lpstr>
      <vt:lpstr>Courier New</vt:lpstr>
      <vt:lpstr>Times New Roman</vt:lpstr>
      <vt:lpstr>Wingdings</vt:lpstr>
      <vt:lpstr>2020-1</vt:lpstr>
      <vt:lpstr>10장 DAO와 DTO (DBCP, Java Bean)</vt:lpstr>
      <vt:lpstr>내용</vt:lpstr>
      <vt:lpstr>이클립스 자동주석 설정 - java</vt:lpstr>
      <vt:lpstr>이클립스 자동주석 설정 - jsp</vt:lpstr>
      <vt:lpstr>테이블 작성</vt:lpstr>
      <vt:lpstr>DBCP 설정 </vt:lpstr>
      <vt:lpstr>Model 설계(Class)</vt:lpstr>
      <vt:lpstr>메인</vt:lpstr>
      <vt:lpstr>[실습] 이전 login 코드들을 DAO와 DTO로 변환</vt:lpstr>
      <vt:lpstr>1. 패키지 생성</vt:lpstr>
      <vt:lpstr>2. DTO 생성</vt:lpstr>
      <vt:lpstr>PowerPoint 프레젠테이션</vt:lpstr>
      <vt:lpstr>3. DAO 작성</vt:lpstr>
      <vt:lpstr>[참조] Try-with-resources</vt:lpstr>
      <vt:lpstr>[참조] Try-with-resources</vt:lpstr>
      <vt:lpstr>3. DAO 작성 – insert</vt:lpstr>
      <vt:lpstr>3. DAO 작성 – insert</vt:lpstr>
      <vt:lpstr>3. DAO 작성 - select</vt:lpstr>
      <vt:lpstr>3. DAO 작성 - select</vt:lpstr>
      <vt:lpstr>3. DAO 작성 - update</vt:lpstr>
      <vt:lpstr>3. DAO 작성 - update</vt:lpstr>
      <vt:lpstr>3. DAO 작성 - update</vt:lpstr>
      <vt:lpstr>3. DAO 작성 - update</vt:lpstr>
      <vt:lpstr>3. DAO 작성 - delete</vt:lpstr>
      <vt:lpstr>3. DAO 작성 - delete</vt:lpstr>
      <vt:lpstr>코드 개선하기 – 중복 코드 제거</vt:lpstr>
      <vt:lpstr>코드 개선하기(리팩토링) – 중복 코드 제거</vt:lpstr>
      <vt:lpstr>참고사항</vt:lpstr>
      <vt:lpstr>자바빈(JavaBean) 만들기</vt:lpstr>
      <vt:lpstr>자바빈(JavaBean) 만들기</vt:lpstr>
      <vt:lpstr>자바빈(JavaBean) 만들기</vt:lpstr>
      <vt:lpstr>[참고] 캡슐화(클래스)</vt:lpstr>
      <vt:lpstr>자바빈(JavaBean) 만들기</vt:lpstr>
      <vt:lpstr>자바빈(JavaBean) 만들기</vt:lpstr>
      <vt:lpstr>자바빈(JavaBean) 만들기</vt:lpstr>
      <vt:lpstr>Collection Framework</vt:lpstr>
      <vt:lpstr>Collection Framework</vt:lpstr>
      <vt:lpstr>Collection Framework</vt:lpstr>
      <vt:lpstr>ArrayList 객체</vt:lpstr>
      <vt:lpstr>PowerPoint 프레젠테이션</vt:lpstr>
      <vt:lpstr>제네릭(Generic)</vt:lpstr>
      <vt:lpstr>제네릭(Generic)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웹사이트 제작 프로젝트</dc:title>
  <dc:creator>jinsook kim</dc:creator>
  <cp:lastModifiedBy>jinsook</cp:lastModifiedBy>
  <cp:revision>126</cp:revision>
  <dcterms:created xsi:type="dcterms:W3CDTF">2018-05-04T07:18:04Z</dcterms:created>
  <dcterms:modified xsi:type="dcterms:W3CDTF">2024-05-22T13:01:30Z</dcterms:modified>
</cp:coreProperties>
</file>