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75" r:id="rId3"/>
    <p:sldId id="274" r:id="rId4"/>
    <p:sldId id="270" r:id="rId5"/>
    <p:sldId id="276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2" autoAdjust="0"/>
    <p:restoredTop sz="96408" autoAdjust="0"/>
  </p:normalViewPr>
  <p:slideViewPr>
    <p:cSldViewPr snapToGrid="0">
      <p:cViewPr varScale="1">
        <p:scale>
          <a:sx n="105" d="100"/>
          <a:sy n="105" d="100"/>
        </p:scale>
        <p:origin x="1446" y="114"/>
      </p:cViewPr>
      <p:guideLst/>
    </p:cSldViewPr>
  </p:slideViewPr>
  <p:outlineViewPr>
    <p:cViewPr>
      <p:scale>
        <a:sx n="33" d="100"/>
        <a:sy n="33" d="100"/>
      </p:scale>
      <p:origin x="0" y="-240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EA9EB-2ACC-43E1-8277-21A2D28EB570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84E2E5-CF2D-430B-B258-C445DE80D9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716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50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8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922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64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965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51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266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76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40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24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886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5EB80-115C-4A5E-991D-A1C2DE50CCC5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63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27496" y="2200392"/>
            <a:ext cx="7384983" cy="1129949"/>
          </a:xfrm>
        </p:spPr>
        <p:txBody>
          <a:bodyPr/>
          <a:lstStyle/>
          <a:p>
            <a:r>
              <a:rPr lang="en-US" altLang="ko-KR" dirty="0"/>
              <a:t>Python-</a:t>
            </a:r>
            <a:r>
              <a:rPr lang="ko-KR" altLang="en-US" dirty="0"/>
              <a:t>클래스</a:t>
            </a:r>
            <a:r>
              <a:rPr lang="en-US" altLang="ko-KR" dirty="0"/>
              <a:t>(class)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4566314"/>
            <a:ext cx="6858000" cy="371446"/>
          </a:xfrm>
        </p:spPr>
        <p:txBody>
          <a:bodyPr/>
          <a:lstStyle/>
          <a:p>
            <a:r>
              <a:rPr lang="ko-KR" altLang="en-US" dirty="0"/>
              <a:t>동의과학대학교 컴퓨터소프트웨어과</a:t>
            </a:r>
          </a:p>
        </p:txBody>
      </p:sp>
    </p:spTree>
    <p:extLst>
      <p:ext uri="{BB962C8B-B14F-4D97-AF65-F5344CB8AC3E}">
        <p14:creationId xmlns:p14="http://schemas.microsoft.com/office/powerpoint/2010/main" val="3217324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클래스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(class)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28650" y="1605148"/>
            <a:ext cx="7886700" cy="4564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100" dirty="0" err="1">
                <a:latin typeface="Source Code Pro Medium" panose="020B0509030403020204" pitchFamily="49" charset="0"/>
              </a:rPr>
              <a:t>파이썬은</a:t>
            </a:r>
            <a:r>
              <a:rPr lang="ko-KR" altLang="en-US" sz="2100" dirty="0">
                <a:latin typeface="Source Code Pro Medium" panose="020B0509030403020204" pitchFamily="49" charset="0"/>
              </a:rPr>
              <a:t> 객체지향 프로그래밍 언어</a:t>
            </a:r>
            <a:endParaRPr lang="en-US" altLang="ko-KR" sz="2100" dirty="0"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 err="1">
                <a:latin typeface="Source Code Pro Medium" panose="020B0509030403020204" pitchFamily="49" charset="0"/>
              </a:rPr>
              <a:t>파이썬에서는</a:t>
            </a:r>
            <a:r>
              <a:rPr lang="ko-KR" altLang="en-US" dirty="0">
                <a:latin typeface="Source Code Pro Medium" panose="020B0509030403020204" pitchFamily="49" charset="0"/>
              </a:rPr>
              <a:t> 대부분을 </a:t>
            </a:r>
            <a:r>
              <a:rPr lang="ko-KR" altLang="en-US" b="1" dirty="0">
                <a:latin typeface="Source Code Pro Medium" panose="020B0509030403020204" pitchFamily="49" charset="0"/>
              </a:rPr>
              <a:t>객체</a:t>
            </a:r>
            <a:r>
              <a:rPr lang="ko-KR" altLang="en-US" dirty="0">
                <a:latin typeface="Source Code Pro Medium" panose="020B0509030403020204" pitchFamily="49" charset="0"/>
              </a:rPr>
              <a:t>로 처리</a:t>
            </a:r>
            <a:r>
              <a:rPr lang="en-US" altLang="ko-KR" dirty="0">
                <a:latin typeface="Source Code Pro Medium" panose="020B0509030403020204" pitchFamily="49" charset="0"/>
              </a:rPr>
              <a:t>. (</a:t>
            </a:r>
            <a:r>
              <a:rPr lang="ko-KR" altLang="en-US" dirty="0">
                <a:latin typeface="Source Code Pro Medium" panose="020B0509030403020204" pitchFamily="49" charset="0"/>
              </a:rPr>
              <a:t>객체</a:t>
            </a:r>
            <a:r>
              <a:rPr lang="en-US" altLang="ko-KR" dirty="0">
                <a:latin typeface="Source Code Pro Medium" panose="020B0509030403020204" pitchFamily="49" charset="0"/>
              </a:rPr>
              <a:t>: </a:t>
            </a:r>
            <a:r>
              <a:rPr lang="ko-KR" altLang="en-US" dirty="0">
                <a:latin typeface="Source Code Pro Medium" panose="020B0509030403020204" pitchFamily="49" charset="0"/>
              </a:rPr>
              <a:t>속성</a:t>
            </a:r>
            <a:r>
              <a:rPr lang="en-US" altLang="ko-KR" dirty="0">
                <a:latin typeface="Source Code Pro Medium" panose="020B0509030403020204" pitchFamily="49" charset="0"/>
              </a:rPr>
              <a:t>+</a:t>
            </a:r>
            <a:r>
              <a:rPr lang="ko-KR" altLang="en-US" dirty="0">
                <a:latin typeface="Source Code Pro Medium" panose="020B0509030403020204" pitchFamily="49" charset="0"/>
              </a:rPr>
              <a:t>메서드</a:t>
            </a:r>
            <a:r>
              <a:rPr lang="en-US" altLang="ko-KR" dirty="0">
                <a:latin typeface="Source Code Pro Medium" panose="020B0509030403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b="1" dirty="0">
                <a:latin typeface="Source Code Pro Medium" panose="020B0509030403020204" pitchFamily="49" charset="0"/>
              </a:rPr>
              <a:t>클래스</a:t>
            </a:r>
            <a:r>
              <a:rPr lang="ko-KR" altLang="en-US" dirty="0">
                <a:latin typeface="Source Code Pro Medium" panose="020B0509030403020204" pitchFamily="49" charset="0"/>
              </a:rPr>
              <a:t>는 객체 생성을 위한 설계도</a:t>
            </a:r>
            <a:endParaRPr lang="en-US" altLang="ko-KR" sz="2100" dirty="0"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endParaRPr lang="en-US" altLang="ko-KR" b="1" dirty="0"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ko-KR" altLang="en-US" b="1" dirty="0" err="1">
                <a:latin typeface="Source Code Pro Medium" panose="020B0509030403020204" pitchFamily="49" charset="0"/>
              </a:rPr>
              <a:t>클래스ㅡ</a:t>
            </a:r>
            <a:r>
              <a:rPr lang="ko-KR" altLang="en-US" b="1" dirty="0">
                <a:latin typeface="Source Code Pro Medium" panose="020B0509030403020204" pitchFamily="49" charset="0"/>
              </a:rPr>
              <a:t> 정의 방법</a:t>
            </a:r>
            <a:endParaRPr lang="en-US" altLang="ko-KR" b="1" dirty="0"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100" b="1" dirty="0">
                <a:solidFill>
                  <a:srgbClr val="0070C0"/>
                </a:solidFill>
                <a:latin typeface="Source Code Pro Medium" panose="020B0509030403020204" pitchFamily="49" charset="0"/>
              </a:rPr>
              <a:t>class</a:t>
            </a:r>
            <a:r>
              <a:rPr lang="en-US" altLang="ko-KR" sz="2100" b="1" dirty="0">
                <a:latin typeface="Source Code Pro Medium" panose="020B0509030403020204" pitchFamily="49" charset="0"/>
              </a:rPr>
              <a:t> </a:t>
            </a:r>
            <a:r>
              <a:rPr lang="ko-KR" altLang="en-US" sz="2100" dirty="0">
                <a:latin typeface="Source Code Pro Medium" panose="020B0509030403020204" pitchFamily="49" charset="0"/>
              </a:rPr>
              <a:t>클래스명</a:t>
            </a:r>
            <a:r>
              <a:rPr lang="en-US" altLang="ko-KR" b="1" dirty="0">
                <a:solidFill>
                  <a:srgbClr val="0070C0"/>
                </a:solidFill>
                <a:latin typeface="Source Code Pro Medium" panose="020B0509030403020204" pitchFamily="49" charset="0"/>
              </a:rPr>
              <a:t>:</a:t>
            </a:r>
          </a:p>
          <a:p>
            <a:pPr marL="3429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Source Code Pro Medium" panose="020B0509030403020204" pitchFamily="49" charset="0"/>
              </a:rPr>
              <a:t>속성과 메서드 정의</a:t>
            </a:r>
            <a:endParaRPr lang="en-US" altLang="ko-KR" sz="2000" dirty="0">
              <a:latin typeface="Source Code Pro Medium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19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p" bldLvl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클래스 정의와 객체 생성 예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28650" y="1605148"/>
            <a:ext cx="7886700" cy="4564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2400" b="1" dirty="0">
                <a:latin typeface="Source Code Pro Medium" panose="020B0509030403020204" pitchFamily="49" charset="0"/>
              </a:rPr>
              <a:t>클래스 정의</a:t>
            </a:r>
            <a:endParaRPr lang="en-US" altLang="ko-KR" sz="2400" b="1" dirty="0">
              <a:latin typeface="Source Code Pro Medium" panose="020B050903040302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dirty="0">
                <a:latin typeface="Source Code Pro Medium" panose="020B0509030403020204" pitchFamily="49" charset="0"/>
              </a:rPr>
              <a:t>	class Person: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dirty="0">
                <a:latin typeface="Source Code Pro Medium" panose="020B0509030403020204" pitchFamily="49" charset="0"/>
              </a:rPr>
              <a:t>		name = “</a:t>
            </a:r>
            <a:r>
              <a:rPr lang="ko-KR" altLang="en-US" sz="2400" dirty="0">
                <a:latin typeface="Source Code Pro Medium" panose="020B0509030403020204" pitchFamily="49" charset="0"/>
              </a:rPr>
              <a:t>홍길동</a:t>
            </a:r>
            <a:r>
              <a:rPr lang="en-US" altLang="ko-KR" sz="2400" dirty="0">
                <a:latin typeface="Source Code Pro Medium" panose="020B0509030403020204" pitchFamily="49" charset="0"/>
              </a:rPr>
              <a:t>”		</a:t>
            </a:r>
            <a:r>
              <a:rPr lang="en-US" altLang="ko-KR" sz="2400" i="1" dirty="0">
                <a:solidFill>
                  <a:schemeClr val="accent2"/>
                </a:solidFill>
                <a:latin typeface="Source Code Pro Medium" panose="020B0509030403020204" pitchFamily="49" charset="0"/>
              </a:rPr>
              <a:t># </a:t>
            </a:r>
            <a:r>
              <a:rPr lang="ko-KR" altLang="en-US" sz="2400" i="1" dirty="0">
                <a:solidFill>
                  <a:schemeClr val="accent2"/>
                </a:solidFill>
                <a:latin typeface="Source Code Pro Medium" panose="020B0509030403020204" pitchFamily="49" charset="0"/>
              </a:rPr>
              <a:t>속성 정의</a:t>
            </a:r>
            <a:endParaRPr lang="en-US" altLang="ko-KR" sz="2400" i="1" dirty="0">
              <a:solidFill>
                <a:schemeClr val="accent2"/>
              </a:solidFill>
              <a:latin typeface="Source Code Pro Medium" panose="020B050903040302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dirty="0">
                <a:latin typeface="Source Code Pro Medium" panose="020B0509030403020204" pitchFamily="49" charset="0"/>
              </a:rPr>
              <a:t>		def intro(self):	</a:t>
            </a:r>
            <a:r>
              <a:rPr lang="en-US" altLang="ko-KR" sz="2400" i="1" dirty="0">
                <a:solidFill>
                  <a:schemeClr val="accent2"/>
                </a:solidFill>
                <a:latin typeface="Source Code Pro Medium" panose="020B0509030403020204" pitchFamily="49" charset="0"/>
              </a:rPr>
              <a:t># </a:t>
            </a:r>
            <a:r>
              <a:rPr lang="ko-KR" altLang="en-US" sz="2400" i="1" dirty="0">
                <a:solidFill>
                  <a:schemeClr val="accent2"/>
                </a:solidFill>
                <a:latin typeface="Source Code Pro Medium" panose="020B0509030403020204" pitchFamily="49" charset="0"/>
              </a:rPr>
              <a:t>메소드 정의</a:t>
            </a:r>
            <a:endParaRPr lang="en-US" altLang="ko-KR" sz="2400" i="1" dirty="0">
              <a:solidFill>
                <a:schemeClr val="accent2"/>
              </a:solidFill>
              <a:latin typeface="Source Code Pro Medium" panose="020B050903040302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dirty="0">
                <a:latin typeface="Source Code Pro Medium" panose="020B0509030403020204" pitchFamily="49" charset="0"/>
              </a:rPr>
              <a:t>			print(f”</a:t>
            </a:r>
            <a:r>
              <a:rPr lang="ko-KR" altLang="en-US" sz="2400" dirty="0">
                <a:latin typeface="Source Code Pro Medium" panose="020B0509030403020204" pitchFamily="49" charset="0"/>
              </a:rPr>
              <a:t>저는 </a:t>
            </a:r>
            <a:r>
              <a:rPr lang="en-US" altLang="ko-KR" sz="2400" dirty="0">
                <a:latin typeface="Source Code Pro Medium" panose="020B0509030403020204" pitchFamily="49" charset="0"/>
              </a:rPr>
              <a:t>{self.name}</a:t>
            </a:r>
            <a:r>
              <a:rPr lang="ko-KR" altLang="en-US" sz="2400" dirty="0">
                <a:latin typeface="Source Code Pro Medium" panose="020B0509030403020204" pitchFamily="49" charset="0"/>
              </a:rPr>
              <a:t>입니다</a:t>
            </a:r>
            <a:r>
              <a:rPr lang="en-US" altLang="ko-KR" sz="2400" dirty="0">
                <a:latin typeface="Source Code Pro Medium" panose="020B0509030403020204" pitchFamily="49" charset="0"/>
              </a:rPr>
              <a:t>.”)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r>
              <a:rPr lang="ko-KR" altLang="en-US" sz="2400" dirty="0">
                <a:latin typeface="Source Code Pro Medium" panose="020B0509030403020204" pitchFamily="49" charset="0"/>
              </a:rPr>
              <a:t>클래스를 이용한 </a:t>
            </a:r>
            <a:r>
              <a:rPr lang="ko-KR" altLang="en-US" sz="2400" b="1" dirty="0">
                <a:latin typeface="Source Code Pro Medium" panose="020B0509030403020204" pitchFamily="49" charset="0"/>
              </a:rPr>
              <a:t>객체 생성</a:t>
            </a:r>
            <a:endParaRPr lang="en-US" altLang="ko-KR" sz="2400" b="1" dirty="0">
              <a:latin typeface="Source Code Pro Medium" panose="020B050903040302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dirty="0">
                <a:latin typeface="Source Code Pro Medium" panose="020B0509030403020204" pitchFamily="49" charset="0"/>
              </a:rPr>
              <a:t>	p = Person()	</a:t>
            </a:r>
            <a:r>
              <a:rPr lang="en-US" altLang="ko-KR" sz="2400" i="1" dirty="0">
                <a:solidFill>
                  <a:schemeClr val="accent2"/>
                </a:solidFill>
                <a:latin typeface="Source Code Pro Medium" panose="020B0509030403020204" pitchFamily="49" charset="0"/>
              </a:rPr>
              <a:t># </a:t>
            </a:r>
            <a:r>
              <a:rPr lang="ko-KR" altLang="en-US" sz="2400" i="1" dirty="0">
                <a:solidFill>
                  <a:schemeClr val="accent2"/>
                </a:solidFill>
                <a:latin typeface="Source Code Pro Medium" panose="020B0509030403020204" pitchFamily="49" charset="0"/>
              </a:rPr>
              <a:t>객체 생성</a:t>
            </a:r>
            <a:endParaRPr lang="en-US" altLang="ko-KR" sz="2400" i="1" dirty="0">
              <a:solidFill>
                <a:schemeClr val="accent2"/>
              </a:solidFill>
              <a:latin typeface="Source Code Pro Medium" panose="020B050903040302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dirty="0">
                <a:latin typeface="Source Code Pro Medium" panose="020B0509030403020204" pitchFamily="49" charset="0"/>
              </a:rPr>
              <a:t>	</a:t>
            </a:r>
            <a:r>
              <a:rPr lang="en-US" altLang="ko-KR" sz="2400" dirty="0" err="1">
                <a:latin typeface="Source Code Pro Medium" panose="020B0509030403020204" pitchFamily="49" charset="0"/>
              </a:rPr>
              <a:t>p.intro</a:t>
            </a:r>
            <a:r>
              <a:rPr lang="en-US" altLang="ko-KR" sz="2400" dirty="0">
                <a:latin typeface="Source Code Pro Medium" panose="020B0509030403020204" pitchFamily="49" charset="0"/>
              </a:rPr>
              <a:t>()		</a:t>
            </a:r>
            <a:r>
              <a:rPr lang="en-US" altLang="ko-KR" sz="2400" i="1" dirty="0">
                <a:solidFill>
                  <a:schemeClr val="accent2"/>
                </a:solidFill>
                <a:latin typeface="Source Code Pro Medium" panose="020B0509030403020204" pitchFamily="49" charset="0"/>
              </a:rPr>
              <a:t># </a:t>
            </a:r>
            <a:r>
              <a:rPr lang="ko-KR" altLang="en-US" sz="2400" i="1" dirty="0">
                <a:solidFill>
                  <a:schemeClr val="accent2"/>
                </a:solidFill>
                <a:latin typeface="Source Code Pro Medium" panose="020B0509030403020204" pitchFamily="49" charset="0"/>
              </a:rPr>
              <a:t>생성된 객체의 메소드 호출</a:t>
            </a:r>
            <a:endParaRPr lang="en-US" altLang="ko-KR" sz="2400" i="1" dirty="0">
              <a:solidFill>
                <a:schemeClr val="accent2"/>
              </a:solidFill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 marL="342900" lvl="1" indent="0">
              <a:lnSpc>
                <a:spcPct val="100000"/>
              </a:lnSpc>
              <a:buNone/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 marL="342900" lvl="1" indent="0">
              <a:lnSpc>
                <a:spcPct val="100000"/>
              </a:lnSpc>
              <a:buNone/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r>
              <a:rPr lang="ko-KR" altLang="en-US" sz="2400" dirty="0">
                <a:latin typeface="Source Code Pro Medium" panose="020B0509030403020204" pitchFamily="49" charset="0"/>
              </a:rPr>
              <a:t>함수 호출</a:t>
            </a:r>
            <a:endParaRPr lang="en-US" altLang="ko-KR" sz="24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dirty="0" err="1">
                <a:latin typeface="Source Code Pro Medium" panose="020B0509030403020204" pitchFamily="49" charset="0"/>
              </a:rPr>
              <a:t>printHello</a:t>
            </a:r>
            <a:r>
              <a:rPr lang="en-US" altLang="ko-KR" sz="2400" dirty="0">
                <a:latin typeface="Source Code Pro Medium" panose="020B0509030403020204" pitchFamily="49" charset="0"/>
              </a:rPr>
              <a:t>()</a:t>
            </a:r>
          </a:p>
          <a:p>
            <a:pPr marL="342900" lvl="1" indent="0">
              <a:lnSpc>
                <a:spcPct val="100000"/>
              </a:lnSpc>
              <a:buNone/>
            </a:pPr>
            <a:endParaRPr lang="en-US" altLang="ko-KR" sz="2400" dirty="0">
              <a:latin typeface="Source Code Pro Medium" panose="020B0509030403020204" pitchFamily="49" charset="0"/>
            </a:endParaRPr>
          </a:p>
          <a:p>
            <a:pPr marL="342900" lvl="1" indent="0">
              <a:lnSpc>
                <a:spcPct val="100000"/>
              </a:lnSpc>
              <a:buNone/>
            </a:pPr>
            <a:endParaRPr lang="en-US" altLang="ko-KR" sz="2400" dirty="0">
              <a:latin typeface="Source Code Pro Medium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59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8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8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9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99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p" bldLvl="5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일반적인 클래스 정의 예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314324" y="1690689"/>
            <a:ext cx="8829675" cy="5103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0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class Person:</a:t>
            </a:r>
            <a:endParaRPr lang="en-US" altLang="ko-KR" sz="1800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def </a:t>
            </a:r>
            <a:r>
              <a:rPr lang="en-US" altLang="ko-KR" sz="1800" b="1" dirty="0">
                <a:solidFill>
                  <a:srgbClr val="00B0F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__</a:t>
            </a:r>
            <a:r>
              <a:rPr lang="en-US" altLang="ko-KR" sz="1800" b="1" dirty="0" err="1">
                <a:solidFill>
                  <a:srgbClr val="00B0F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init</a:t>
            </a:r>
            <a:r>
              <a:rPr lang="en-US" altLang="ko-KR" sz="1800" b="1" dirty="0">
                <a:solidFill>
                  <a:srgbClr val="00B0F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__</a:t>
            </a: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sz="1800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self</a:t>
            </a: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name, age): </a:t>
            </a:r>
            <a:r>
              <a:rPr lang="en-US" altLang="ko-KR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</a:t>
            </a:r>
            <a:r>
              <a:rPr lang="ko-KR" altLang="en-US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객체 생성 시 자동 실행</a:t>
            </a:r>
            <a:endParaRPr lang="en-US" altLang="ko-KR" sz="2000" i="1" dirty="0">
              <a:solidFill>
                <a:schemeClr val="accent2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	self.name = name	</a:t>
            </a:r>
            <a:r>
              <a:rPr lang="en-US" altLang="ko-KR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속성 추가 및 초기화</a:t>
            </a:r>
            <a:endParaRPr lang="en-US" altLang="ko-KR" sz="1800" i="1" dirty="0">
              <a:solidFill>
                <a:schemeClr val="accent2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	</a:t>
            </a:r>
            <a:r>
              <a:rPr lang="en-US" altLang="ko-KR" sz="1800" dirty="0" err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self.age</a:t>
            </a: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age	</a:t>
            </a:r>
            <a:r>
              <a:rPr lang="en-US" altLang="ko-KR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그 외 객체 생성 시 필요한 처리</a:t>
            </a:r>
            <a:endParaRPr lang="en-US" altLang="ko-KR" sz="1800" i="1" dirty="0">
              <a:solidFill>
                <a:schemeClr val="accent2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def </a:t>
            </a:r>
            <a:r>
              <a:rPr lang="en-US" altLang="ko-KR" sz="1800" b="1" dirty="0">
                <a:solidFill>
                  <a:srgbClr val="00B0F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__str__</a:t>
            </a: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sz="1800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self</a:t>
            </a: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):	</a:t>
            </a:r>
            <a:r>
              <a:rPr lang="en-US" altLang="ko-KR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#</a:t>
            </a:r>
            <a:r>
              <a:rPr lang="ko-KR" altLang="en-US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객체를</a:t>
            </a:r>
            <a:r>
              <a:rPr lang="en-US" altLang="ko-KR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ko-KR" altLang="en-US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문자열로 표현하여 반환</a:t>
            </a:r>
            <a:endParaRPr lang="en-US" altLang="ko-KR" sz="1800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	return f”{self.name}({</a:t>
            </a:r>
            <a:r>
              <a:rPr lang="en-US" altLang="ko-KR" sz="1800" dirty="0" err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self.age</a:t>
            </a: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})”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def intro(</a:t>
            </a:r>
            <a:r>
              <a:rPr lang="en-US" altLang="ko-KR" sz="1800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self</a:t>
            </a: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):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	print(f”</a:t>
            </a:r>
            <a:r>
              <a:rPr lang="ko-KR" altLang="en-US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안녕하세요</a:t>
            </a: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저는 </a:t>
            </a: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</a:t>
            </a:r>
            <a:r>
              <a:rPr lang="en-US" altLang="ko-KR" sz="1800" dirty="0" err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self.age</a:t>
            </a: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}</a:t>
            </a:r>
            <a:r>
              <a:rPr lang="ko-KR" altLang="en-US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세 </a:t>
            </a: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{self.name}</a:t>
            </a:r>
            <a:r>
              <a:rPr lang="ko-KR" altLang="en-US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입니다</a:t>
            </a: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.”)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 = Person(“</a:t>
            </a:r>
            <a:r>
              <a:rPr lang="ko-KR" altLang="en-US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홍길동</a:t>
            </a: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“,”20”)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print(p)	</a:t>
            </a:r>
            <a:r>
              <a:rPr lang="en-US" altLang="ko-KR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홍길동</a:t>
            </a:r>
            <a:r>
              <a:rPr lang="en-US" altLang="ko-KR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(20)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 err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p.intro</a:t>
            </a:r>
            <a:r>
              <a:rPr lang="en-US" altLang="ko-KR" sz="1800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	</a:t>
            </a:r>
            <a:r>
              <a:rPr lang="en-US" altLang="ko-KR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안녕하세요</a:t>
            </a:r>
            <a:r>
              <a:rPr lang="en-US" altLang="ko-KR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저는 </a:t>
            </a:r>
            <a:r>
              <a:rPr lang="en-US" altLang="ko-KR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20</a:t>
            </a:r>
            <a:r>
              <a:rPr lang="ko-KR" altLang="en-US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세 홍길동입니다</a:t>
            </a:r>
            <a:r>
              <a:rPr lang="en-US" altLang="ko-KR" sz="1800" i="1" dirty="0">
                <a:solidFill>
                  <a:schemeClr val="accent2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87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p" bldLvl="5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클래스 정의 연습</a:t>
            </a:r>
            <a:r>
              <a:rPr lang="en-US" altLang="ko-K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Car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28650" y="1605148"/>
            <a:ext cx="7886700" cy="4564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dirty="0">
                <a:latin typeface="Source Code Pro Medium" panose="020B0509030403020204" pitchFamily="49" charset="0"/>
              </a:rPr>
              <a:t>속성</a:t>
            </a:r>
            <a:r>
              <a:rPr lang="en-US" altLang="ko-KR" dirty="0">
                <a:latin typeface="Source Code Pro Medium" panose="020B0509030403020204" pitchFamily="49" charset="0"/>
              </a:rPr>
              <a:t>?,   </a:t>
            </a:r>
            <a:r>
              <a:rPr lang="ko-KR" altLang="en-US" dirty="0">
                <a:latin typeface="Source Code Pro Medium" panose="020B0509030403020204" pitchFamily="49" charset="0"/>
              </a:rPr>
              <a:t>메소드</a:t>
            </a:r>
            <a:r>
              <a:rPr lang="en-US" altLang="ko-KR" dirty="0">
                <a:latin typeface="Source Code Pro Medium" panose="020B0509030403020204" pitchFamily="49" charset="0"/>
              </a:rPr>
              <a:t>?</a:t>
            </a:r>
            <a:r>
              <a:rPr lang="ko-KR" altLang="en-US" dirty="0">
                <a:latin typeface="Source Code Pro Medium" panose="020B0509030403020204" pitchFamily="49" charset="0"/>
              </a:rPr>
              <a:t> </a:t>
            </a:r>
            <a:endParaRPr lang="en-US" altLang="ko-KR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altLang="ko-KR" dirty="0">
                <a:latin typeface="Source Code Pro Medium" panose="020B0509030403020204" pitchFamily="49" charset="0"/>
              </a:rPr>
              <a:t>class Car: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>
                <a:latin typeface="Source Code Pro Medium" panose="020B0509030403020204" pitchFamily="49" charset="0"/>
              </a:rPr>
              <a:t>	def __</a:t>
            </a:r>
            <a:r>
              <a:rPr lang="en-US" altLang="ko-KR" dirty="0" err="1">
                <a:latin typeface="Source Code Pro Medium" panose="020B0509030403020204" pitchFamily="49" charset="0"/>
              </a:rPr>
              <a:t>init</a:t>
            </a:r>
            <a:r>
              <a:rPr lang="en-US" altLang="ko-KR" dirty="0">
                <a:latin typeface="Source Code Pro Medium" panose="020B0509030403020204" pitchFamily="49" charset="0"/>
              </a:rPr>
              <a:t>__(self, … 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>
                <a:latin typeface="Source Code Pro Medium" panose="020B0509030403020204" pitchFamily="49" charset="0"/>
              </a:rPr>
              <a:t>		.. ..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>
                <a:latin typeface="Source Code Pro Medium" panose="020B0509030403020204" pitchFamily="49" charset="0"/>
              </a:rPr>
              <a:t>	def __str__(self):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>
                <a:latin typeface="Source Code Pro Medium" panose="020B0509030403020204" pitchFamily="49" charset="0"/>
              </a:rPr>
              <a:t>		.. ..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>
                <a:latin typeface="Source Code Pro Medium" panose="020B0509030403020204" pitchFamily="49" charset="0"/>
              </a:rPr>
              <a:t>	def ???(self, …):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>
                <a:latin typeface="Source Code Pro Medium" panose="020B0509030403020204" pitchFamily="49" charset="0"/>
              </a:rPr>
              <a:t>		.. ..</a:t>
            </a:r>
          </a:p>
        </p:txBody>
      </p:sp>
    </p:spTree>
    <p:extLst>
      <p:ext uri="{BB962C8B-B14F-4D97-AF65-F5344CB8AC3E}">
        <p14:creationId xmlns:p14="http://schemas.microsoft.com/office/powerpoint/2010/main" val="126078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p" bldLvl="5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24475</TotalTime>
  <Words>305</Words>
  <Application>Microsoft Office PowerPoint</Application>
  <PresentationFormat>화면 슬라이드 쇼(4:3)</PresentationFormat>
  <Paragraphs>134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나눔고딕 ExtraBold</vt:lpstr>
      <vt:lpstr>나눔고딕코딩</vt:lpstr>
      <vt:lpstr>맑은 고딕</vt:lpstr>
      <vt:lpstr>Arial</vt:lpstr>
      <vt:lpstr>Source Code Pro Medium</vt:lpstr>
      <vt:lpstr>Office 테마</vt:lpstr>
      <vt:lpstr>Python-클래스(class)</vt:lpstr>
      <vt:lpstr>클래스(class)</vt:lpstr>
      <vt:lpstr>클래스 정의와 객체 생성 예</vt:lpstr>
      <vt:lpstr>일반적인 클래스 정의 예</vt:lpstr>
      <vt:lpstr>클래스 정의 연습: Car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D7801</dc:creator>
  <cp:lastModifiedBy>user</cp:lastModifiedBy>
  <cp:revision>79</cp:revision>
  <dcterms:created xsi:type="dcterms:W3CDTF">2021-03-04T02:44:44Z</dcterms:created>
  <dcterms:modified xsi:type="dcterms:W3CDTF">2025-04-01T02:35:05Z</dcterms:modified>
</cp:coreProperties>
</file>