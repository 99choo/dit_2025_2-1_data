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7"/>
  </p:notesMasterIdLst>
  <p:sldIdLst>
    <p:sldId id="256" r:id="rId2"/>
    <p:sldId id="257" r:id="rId3"/>
    <p:sldId id="258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03" r:id="rId12"/>
    <p:sldId id="320" r:id="rId13"/>
    <p:sldId id="335" r:id="rId14"/>
    <p:sldId id="336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82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755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87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351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614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58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437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94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17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27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751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2" y="539496"/>
            <a:ext cx="10309782" cy="960120"/>
          </a:xfrm>
        </p:spPr>
        <p:txBody>
          <a:bodyPr/>
          <a:lstStyle/>
          <a:p>
            <a:r>
              <a:rPr lang="en-US" altLang="ko-KR" b="1" dirty="0">
                <a:latin typeface="Britannic Bold" panose="020B0903060703020204" pitchFamily="34" charset="0"/>
              </a:rPr>
              <a:t>8</a:t>
            </a:r>
            <a:r>
              <a:rPr lang="ko-KR" altLang="en-US" b="1" dirty="0">
                <a:latin typeface="Britannic Bold" panose="020B0903060703020204" pitchFamily="34" charset="0"/>
              </a:rPr>
              <a:t>장 이벤트 핸들링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FA9755-ED22-4405-3A0E-D65FD7CDB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670" y="1625438"/>
            <a:ext cx="6502660" cy="508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이벤트란</a:t>
            </a:r>
            <a:r>
              <a:rPr lang="en-US" altLang="ko-KR" sz="2800" dirty="0"/>
              <a:t>?</a:t>
            </a:r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사용자가 버튼을 클릭하는 등의 사건을 의미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en-US" altLang="ko-KR" sz="2800" dirty="0"/>
              <a:t>DOM</a:t>
            </a:r>
            <a:r>
              <a:rPr lang="ko-KR" altLang="en-US" sz="2800" dirty="0"/>
              <a:t>의</a:t>
            </a:r>
            <a:r>
              <a:rPr lang="en-US" altLang="ko-KR" sz="2800" dirty="0"/>
              <a:t> </a:t>
            </a:r>
            <a:r>
              <a:rPr lang="ko-KR" altLang="en-US" sz="2800" dirty="0"/>
              <a:t>이벤트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이벤트의 이름을 모두 소문자로 표기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이벤트를 처리할 함수를 문자열로 전달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dirty="0" err="1"/>
              <a:t>리액트의</a:t>
            </a:r>
            <a:r>
              <a:rPr lang="ko-KR" altLang="en-US" sz="2800" dirty="0"/>
              <a:t> 이벤트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이벤트의 이름을 카멜 표기법으로 표기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이벤트를 처리할 함수를 그대로 전단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B5451F-6763-5B40-260F-012AF3C0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558" y="2617786"/>
            <a:ext cx="4529842" cy="14958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C6F3D2-A8B6-AD2E-395C-D0F97259A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559" y="4148972"/>
            <a:ext cx="4529841" cy="15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46D6F1-0A8B-6909-8D75-6B426FB23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889" y="1493841"/>
            <a:ext cx="8251595" cy="536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3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이벤트 </a:t>
            </a:r>
            <a:r>
              <a:rPr lang="ko-KR" altLang="en-US" sz="2800" dirty="0" err="1"/>
              <a:t>핸들러</a:t>
            </a:r>
            <a:r>
              <a:rPr lang="en-US" altLang="ko-KR" sz="2800" dirty="0"/>
              <a:t>(Event Handler)</a:t>
            </a:r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이벤트가 발생했을 때 해당 이벤트를 처리하는 함수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 </a:t>
            </a:r>
            <a:r>
              <a:rPr lang="ko-KR" altLang="en-US" sz="2400" dirty="0" err="1"/>
              <a:t>리스너</a:t>
            </a:r>
            <a:r>
              <a:rPr lang="en-US" altLang="ko-KR" sz="2400" dirty="0"/>
              <a:t>(Event Listener)</a:t>
            </a:r>
            <a:r>
              <a:rPr lang="ko-KR" altLang="en-US" sz="2400" dirty="0"/>
              <a:t>라고 부르기도 함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dirty="0"/>
              <a:t>클래스 컴포넌트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클래스의 함수로 정의하고 생성자에서 바인딩해서 사용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클래스 필드 문법도 사용 가능</a:t>
            </a:r>
          </a:p>
          <a:p>
            <a:pPr>
              <a:lnSpc>
                <a:spcPts val="3360"/>
              </a:lnSpc>
            </a:pPr>
            <a:r>
              <a:rPr lang="ko-KR" altLang="en-US" sz="2800" b="1" dirty="0"/>
              <a:t>함수 컴포넌트</a:t>
            </a:r>
            <a:endParaRPr lang="en-US" altLang="ko-KR" sz="2800" b="1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함수 안에 함수로 정의하거나 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en-US" altLang="ko-KR" sz="2400" dirty="0"/>
              <a:t>arrow function</a:t>
            </a:r>
            <a:r>
              <a:rPr lang="ko-KR" altLang="en-US" sz="2400" dirty="0"/>
              <a:t>을 사용해서 정의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5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00201"/>
            <a:ext cx="5081049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이벤트 </a:t>
            </a:r>
            <a:r>
              <a:rPr lang="ko-KR" altLang="en-US" sz="2800" dirty="0" err="1"/>
              <a:t>핸들러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이벤트를 처리하는 함수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dirty="0"/>
              <a:t>클래스 컴포넌트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u="sng" dirty="0"/>
              <a:t>클래스의 함수로 정의하고 생성자에서 바인딩해서 사용</a:t>
            </a:r>
            <a:endParaRPr lang="en-US" altLang="ko-KR" sz="2400" u="sng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클래스 필드 문법도 사용 가능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 </a:t>
            </a:r>
            <a:r>
              <a:rPr lang="ko-KR" altLang="en-US" sz="2400" dirty="0" err="1"/>
              <a:t>핸들러를</a:t>
            </a:r>
            <a:r>
              <a:rPr lang="ko-KR" altLang="en-US" sz="2400" dirty="0"/>
              <a:t> 넣는 곳에 </a:t>
            </a:r>
            <a:r>
              <a:rPr lang="en-US" altLang="ko-KR" sz="2400" dirty="0"/>
              <a:t>arrow function </a:t>
            </a:r>
            <a:r>
              <a:rPr lang="ko-KR" altLang="en-US" sz="2400" dirty="0"/>
              <a:t>도 사용 가능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EB62F3-4F18-4FCB-2B3F-5D2EE0F23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48" y="-6882"/>
            <a:ext cx="7110952" cy="688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9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00201"/>
            <a:ext cx="5081049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이벤트 </a:t>
            </a:r>
            <a:r>
              <a:rPr lang="ko-KR" altLang="en-US" sz="2800" dirty="0" err="1"/>
              <a:t>핸들러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이벤트를 처리하는 함수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dirty="0"/>
              <a:t>클래스 컴포넌트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클래스의 함수로 정의하고 생성자에서 바인딩해서 사용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u="sng" dirty="0"/>
              <a:t>클래스 필드 문법도 사용 가능</a:t>
            </a:r>
            <a:endParaRPr lang="en-US" altLang="ko-KR" sz="2400" u="sng" dirty="0"/>
          </a:p>
          <a:p>
            <a:pPr lvl="1">
              <a:lnSpc>
                <a:spcPts val="3360"/>
              </a:lnSpc>
            </a:pPr>
            <a:r>
              <a:rPr lang="ko-KR" altLang="en-US" sz="2400" u="sng" dirty="0"/>
              <a:t>이벤트 </a:t>
            </a:r>
            <a:r>
              <a:rPr lang="ko-KR" altLang="en-US" sz="2400" u="sng" dirty="0" err="1"/>
              <a:t>핸들러를</a:t>
            </a:r>
            <a:r>
              <a:rPr lang="ko-KR" altLang="en-US" sz="2400" u="sng" dirty="0"/>
              <a:t> 넣는 곳에 </a:t>
            </a:r>
            <a:r>
              <a:rPr lang="en-US" altLang="ko-KR" sz="2400" u="sng" dirty="0"/>
              <a:t>arrow function </a:t>
            </a:r>
            <a:r>
              <a:rPr lang="ko-KR" altLang="en-US" sz="2400" u="sng" dirty="0"/>
              <a:t>도 사용 가능</a:t>
            </a:r>
            <a:endParaRPr lang="en-US" altLang="ko-KR" sz="2400" u="sng" dirty="0"/>
          </a:p>
          <a:p>
            <a:pPr lvl="1">
              <a:lnSpc>
                <a:spcPts val="3360"/>
              </a:lnSpc>
            </a:pPr>
            <a:endParaRPr lang="en-US" altLang="ko-KR" sz="2400" u="sng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1FDC26-D47F-BCD1-F9EC-D016644D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403" y="0"/>
            <a:ext cx="4800717" cy="41067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0E1C2D-33F8-7507-0C7D-B0BE5B910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076" y="2531382"/>
            <a:ext cx="4967924" cy="395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1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8.1 </a:t>
            </a:r>
            <a:r>
              <a:rPr lang="ko-KR" altLang="en-US" sz="3600" dirty="0">
                <a:latin typeface="Britannic Bold" panose="020B0903060703020204" pitchFamily="34" charset="0"/>
              </a:rPr>
              <a:t>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00201"/>
            <a:ext cx="4176075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dirty="0"/>
              <a:t>이벤트 </a:t>
            </a:r>
            <a:r>
              <a:rPr lang="ko-KR" altLang="en-US" sz="2800" dirty="0" err="1"/>
              <a:t>핸들러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이벤트를 처리하는 함수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b="1" dirty="0"/>
              <a:t>함수 컴포넌트</a:t>
            </a:r>
            <a:endParaRPr lang="en-US" altLang="ko-KR" sz="2800" b="1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함수 안에 함수로 정의 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en-US" altLang="ko-KR" sz="2400" dirty="0"/>
              <a:t>arrow function</a:t>
            </a:r>
            <a:r>
              <a:rPr lang="ko-KR" altLang="en-US" sz="2400" dirty="0"/>
              <a:t>을 사용해서 정의</a:t>
            </a:r>
            <a:endParaRPr lang="en-US" altLang="ko-KR" sz="2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2BD8A-018F-6B1D-9BD8-A708D268F2E1}"/>
              </a:ext>
            </a:extLst>
          </p:cNvPr>
          <p:cNvGrpSpPr/>
          <p:nvPr/>
        </p:nvGrpSpPr>
        <p:grpSpPr>
          <a:xfrm>
            <a:off x="4025244" y="94266"/>
            <a:ext cx="8185610" cy="6391373"/>
            <a:chOff x="5605907" y="0"/>
            <a:chExt cx="6306430" cy="486795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9EA0A28-B317-18A1-43E4-F5BA65D7E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5907" y="0"/>
              <a:ext cx="6296904" cy="378195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E9912F2-D346-CA0F-3C4E-125D0A25E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5907" y="3781953"/>
              <a:ext cx="6306430" cy="10860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83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8.2 Arguments </a:t>
            </a:r>
            <a:r>
              <a:rPr lang="ko-KR" altLang="en-US" sz="3600" dirty="0">
                <a:latin typeface="Britannic Bold" panose="020B0903060703020204" pitchFamily="34" charset="0"/>
              </a:rPr>
              <a:t>전달하기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en-US" altLang="ko-KR" sz="2800" dirty="0"/>
              <a:t>Argument</a:t>
            </a:r>
            <a:r>
              <a:rPr lang="ko-KR" altLang="en-US" sz="2800" dirty="0"/>
              <a:t>란</a:t>
            </a:r>
            <a:r>
              <a:rPr lang="en-US" altLang="ko-KR" sz="2800" dirty="0"/>
              <a:t>?</a:t>
            </a:r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함수에 전달할 데이터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파라미터 또는 매개변수라고 부르기도 함</a:t>
            </a:r>
            <a:endParaRPr lang="en-US" altLang="ko-KR" sz="2400" dirty="0"/>
          </a:p>
          <a:p>
            <a:pPr>
              <a:lnSpc>
                <a:spcPts val="3360"/>
              </a:lnSpc>
            </a:pPr>
            <a:r>
              <a:rPr lang="ko-KR" altLang="en-US" sz="2800" dirty="0"/>
              <a:t>클래스 컴포넌트</a:t>
            </a:r>
            <a:endParaRPr lang="en-US" altLang="ko-KR" sz="2800" dirty="0"/>
          </a:p>
          <a:p>
            <a:pPr lvl="1">
              <a:lnSpc>
                <a:spcPts val="3360"/>
              </a:lnSpc>
            </a:pPr>
            <a:r>
              <a:rPr lang="en-US" altLang="ko-KR" sz="2400" dirty="0"/>
              <a:t>arrow function</a:t>
            </a:r>
            <a:r>
              <a:rPr lang="ko-KR" altLang="en-US" sz="2400" dirty="0"/>
              <a:t>을 사용하거나 </a:t>
            </a:r>
            <a:r>
              <a:rPr lang="en-US" altLang="ko-KR" sz="2400" dirty="0" err="1"/>
              <a:t>Function.prototype.bind</a:t>
            </a:r>
            <a:r>
              <a:rPr lang="ko-KR" altLang="en-US" sz="2400" dirty="0"/>
              <a:t>를 사용해서 전달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endParaRPr lang="en-US" altLang="ko-KR" sz="800" dirty="0"/>
          </a:p>
          <a:p>
            <a:pPr lvl="1">
              <a:lnSpc>
                <a:spcPts val="3360"/>
              </a:lnSpc>
            </a:pPr>
            <a:endParaRPr lang="en-US" altLang="ko-KR" sz="800" dirty="0"/>
          </a:p>
          <a:p>
            <a:pPr lvl="3">
              <a:lnSpc>
                <a:spcPts val="3360"/>
              </a:lnSpc>
            </a:pPr>
            <a:endParaRPr lang="en-US" altLang="ko-KR" sz="800" dirty="0"/>
          </a:p>
          <a:p>
            <a:pPr lvl="1">
              <a:lnSpc>
                <a:spcPts val="3360"/>
              </a:lnSpc>
            </a:pPr>
            <a:r>
              <a:rPr lang="en-US" altLang="ko-KR" sz="2400" dirty="0"/>
              <a:t>1: </a:t>
            </a:r>
            <a:r>
              <a:rPr lang="ko-KR" altLang="en-US" sz="2400" dirty="0"/>
              <a:t>명시적으로 </a:t>
            </a:r>
            <a:r>
              <a:rPr lang="en-US" altLang="ko-KR" sz="2400" dirty="0"/>
              <a:t>event</a:t>
            </a:r>
            <a:r>
              <a:rPr lang="ko-KR" altLang="en-US" sz="2400" dirty="0"/>
              <a:t>를 두 번째 매개변수로 전달</a:t>
            </a:r>
            <a:endParaRPr lang="en-US" altLang="ko-KR" sz="2400" dirty="0"/>
          </a:p>
          <a:p>
            <a:pPr lvl="1">
              <a:lnSpc>
                <a:spcPts val="3360"/>
              </a:lnSpc>
            </a:pPr>
            <a:r>
              <a:rPr lang="en-US" altLang="ko-KR" sz="2400" dirty="0"/>
              <a:t>2: event</a:t>
            </a:r>
            <a:r>
              <a:rPr lang="ko-KR" altLang="en-US" sz="2400" dirty="0"/>
              <a:t>가 </a:t>
            </a:r>
            <a:r>
              <a:rPr lang="en-US" altLang="ko-KR" sz="2400" dirty="0"/>
              <a:t>id </a:t>
            </a:r>
            <a:r>
              <a:rPr lang="ko-KR" altLang="en-US" sz="2400" dirty="0"/>
              <a:t>이후 자동으로 전달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A77C53-01F2-9928-C710-76FD25A9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73" y="4177252"/>
            <a:ext cx="9710759" cy="12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3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8.2 Arguments </a:t>
            </a:r>
            <a:r>
              <a:rPr lang="ko-KR" altLang="en-US" sz="3600" dirty="0">
                <a:latin typeface="Britannic Bold" panose="020B0903060703020204" pitchFamily="34" charset="0"/>
              </a:rPr>
              <a:t>전달하기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ko-KR" altLang="en-US" sz="2800" b="1" dirty="0"/>
              <a:t>함수 컴포넌트</a:t>
            </a:r>
            <a:endParaRPr lang="en-US" altLang="ko-KR" sz="2800" b="1" dirty="0"/>
          </a:p>
          <a:p>
            <a:pPr lvl="1">
              <a:lnSpc>
                <a:spcPts val="3360"/>
              </a:lnSpc>
            </a:pPr>
            <a:r>
              <a:rPr lang="ko-KR" altLang="en-US" sz="2400" dirty="0"/>
              <a:t>이벤트 </a:t>
            </a:r>
            <a:r>
              <a:rPr lang="ko-KR" altLang="en-US" sz="2400" dirty="0" err="1"/>
              <a:t>핸들러</a:t>
            </a:r>
            <a:r>
              <a:rPr lang="ko-KR" altLang="en-US" sz="2400" dirty="0"/>
              <a:t> 호출 시 원하는 순서대로 매개변수를 넣어서 사용 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894ACE-A370-C1AC-FCE8-2346D77E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767" y="2720250"/>
            <a:ext cx="10039546" cy="390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4964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8.3 </a:t>
            </a:r>
            <a:r>
              <a:rPr lang="ko-KR" altLang="en-US" sz="3600" dirty="0">
                <a:latin typeface="Britannic Bold" panose="020B0903060703020204" pitchFamily="34" charset="0"/>
              </a:rPr>
              <a:t>클릭 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9" y="817775"/>
            <a:ext cx="11937476" cy="615098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ConfirmButtion</a:t>
            </a:r>
            <a:r>
              <a:rPr lang="en-US" altLang="ko-KR" sz="2800" dirty="0"/>
              <a:t> </a:t>
            </a:r>
            <a:r>
              <a:rPr lang="ko-KR" altLang="en-US" sz="2800" dirty="0"/>
              <a:t>컴포넌트 만들기 </a:t>
            </a:r>
            <a:r>
              <a:rPr lang="en-US" altLang="ko-KR" sz="2800" dirty="0"/>
              <a:t>- </a:t>
            </a:r>
            <a:r>
              <a:rPr lang="en-US" altLang="ko-KR" sz="2400" dirty="0" err="1"/>
              <a:t>ConfirmButton.jsx</a:t>
            </a:r>
            <a:r>
              <a:rPr lang="en-US" altLang="ko-KR" sz="2400" dirty="0"/>
              <a:t> – </a:t>
            </a:r>
            <a:r>
              <a:rPr lang="ko-KR" altLang="en-US" sz="2400" b="1" dirty="0"/>
              <a:t>바인딩 사용</a:t>
            </a:r>
            <a:endParaRPr lang="en-US" altLang="ko-KR" sz="2400" b="1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146743-4E89-3411-C78F-F47FE4F6A7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007" b="43643"/>
          <a:stretch/>
        </p:blipFill>
        <p:spPr>
          <a:xfrm>
            <a:off x="0" y="1432873"/>
            <a:ext cx="6096000" cy="53531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B63555B-A308-62B3-4C4F-F4388F291C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969" r="9071"/>
          <a:stretch/>
        </p:blipFill>
        <p:spPr>
          <a:xfrm>
            <a:off x="5921810" y="1432873"/>
            <a:ext cx="6271556" cy="379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7335"/>
            <a:ext cx="10854808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  <a:endParaRPr lang="ko-KR" altLang="en-US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53E54A-07C1-7D3D-4E1D-15C3CC074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24" y="1580281"/>
            <a:ext cx="6919976" cy="36974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9D7709-0657-45B2-4703-30F6DF570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01" y="4536917"/>
            <a:ext cx="2450040" cy="14168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E3E773-87ED-F762-43E0-1F1A2CD88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0345" y="4589026"/>
            <a:ext cx="2000675" cy="124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4964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8.3 </a:t>
            </a:r>
            <a:r>
              <a:rPr lang="ko-KR" altLang="en-US" sz="3600" dirty="0">
                <a:latin typeface="Britannic Bold" panose="020B0903060703020204" pitchFamily="34" charset="0"/>
              </a:rPr>
              <a:t>클릭 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9" y="817775"/>
            <a:ext cx="11937476" cy="615098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ConfirmButtion</a:t>
            </a:r>
            <a:r>
              <a:rPr lang="en-US" altLang="ko-KR" sz="2800" dirty="0"/>
              <a:t> </a:t>
            </a:r>
            <a:r>
              <a:rPr lang="ko-KR" altLang="en-US" sz="2800" dirty="0"/>
              <a:t>컴포넌트 만들기 </a:t>
            </a:r>
            <a:r>
              <a:rPr lang="en-US" altLang="ko-KR" sz="2800" dirty="0"/>
              <a:t>- </a:t>
            </a:r>
            <a:r>
              <a:rPr lang="en-US" altLang="ko-KR" sz="2400" dirty="0" err="1"/>
              <a:t>ConfirmButton.jsx</a:t>
            </a:r>
            <a:r>
              <a:rPr lang="en-US" altLang="ko-KR" sz="2400" dirty="0"/>
              <a:t> – </a:t>
            </a:r>
            <a:r>
              <a:rPr lang="ko-KR" altLang="en-US" sz="2400" b="1" dirty="0"/>
              <a:t>클래스 필드 문법 사용</a:t>
            </a:r>
            <a:endParaRPr lang="en-US" altLang="ko-KR" sz="2400" b="1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146743-4E89-3411-C78F-F47FE4F6A7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54" r="14007" b="43642"/>
          <a:stretch/>
        </p:blipFill>
        <p:spPr>
          <a:xfrm>
            <a:off x="0" y="1432873"/>
            <a:ext cx="6872140" cy="53757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49911E-A520-8ED8-02EE-C7DD31EA3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434" y="4382625"/>
            <a:ext cx="5586741" cy="2085003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7D0613-43DB-E5F2-DE8E-130E8677B138}"/>
              </a:ext>
            </a:extLst>
          </p:cNvPr>
          <p:cNvCxnSpPr>
            <a:cxnSpLocks/>
          </p:cNvCxnSpPr>
          <p:nvPr/>
        </p:nvCxnSpPr>
        <p:spPr>
          <a:xfrm>
            <a:off x="1376313" y="4289198"/>
            <a:ext cx="53544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A42D80D-BCD7-259F-2242-45A8C6962349}"/>
              </a:ext>
            </a:extLst>
          </p:cNvPr>
          <p:cNvSpPr txBox="1">
            <a:spLocks/>
          </p:cNvSpPr>
          <p:nvPr/>
        </p:nvSpPr>
        <p:spPr>
          <a:xfrm>
            <a:off x="6617616" y="3042226"/>
            <a:ext cx="5476973" cy="173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Char char=""/>
              <a:defRPr sz="32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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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bind() </a:t>
            </a:r>
            <a:r>
              <a:rPr lang="ko-KR" altLang="en-US" sz="2400" dirty="0"/>
              <a:t>코드 제거</a:t>
            </a:r>
            <a:endParaRPr lang="en-US" altLang="ko-KR" sz="2400" dirty="0"/>
          </a:p>
          <a:p>
            <a:r>
              <a:rPr lang="en-US" altLang="ko-KR" sz="2400" dirty="0"/>
              <a:t>arrow function</a:t>
            </a:r>
            <a:r>
              <a:rPr lang="ko-KR" altLang="en-US" sz="2400" dirty="0"/>
              <a:t>을 사용하도록 이벤트 </a:t>
            </a:r>
            <a:r>
              <a:rPr lang="ko-KR" altLang="en-US" sz="2400" dirty="0" err="1"/>
              <a:t>핸들러</a:t>
            </a:r>
            <a:r>
              <a:rPr lang="ko-KR" altLang="en-US" sz="2400" dirty="0"/>
              <a:t> 수정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18384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4964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8.3 </a:t>
            </a:r>
            <a:r>
              <a:rPr lang="ko-KR" altLang="en-US" sz="3600" dirty="0">
                <a:latin typeface="Britannic Bold" panose="020B0903060703020204" pitchFamily="34" charset="0"/>
              </a:rPr>
              <a:t>클릭 이벤트 처리하기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9" y="817775"/>
            <a:ext cx="11937476" cy="615098"/>
          </a:xfrm>
        </p:spPr>
        <p:txBody>
          <a:bodyPr>
            <a:normAutofit/>
          </a:bodyPr>
          <a:lstStyle/>
          <a:p>
            <a:r>
              <a:rPr lang="en-US" altLang="ko-KR" sz="2800" dirty="0" err="1"/>
              <a:t>ConfirmButtion</a:t>
            </a:r>
            <a:r>
              <a:rPr lang="en-US" altLang="ko-KR" sz="2800" dirty="0"/>
              <a:t> </a:t>
            </a:r>
            <a:r>
              <a:rPr lang="ko-KR" altLang="en-US" sz="2800" dirty="0"/>
              <a:t>컴포넌트 만들기 </a:t>
            </a:r>
            <a:r>
              <a:rPr lang="en-US" altLang="ko-KR" sz="2800" dirty="0"/>
              <a:t>- </a:t>
            </a:r>
            <a:r>
              <a:rPr lang="en-US" altLang="ko-KR" sz="2400" dirty="0" err="1"/>
              <a:t>ConfirmButton.jsx</a:t>
            </a:r>
            <a:r>
              <a:rPr lang="en-US" altLang="ko-KR" sz="2400" dirty="0"/>
              <a:t> – </a:t>
            </a:r>
            <a:r>
              <a:rPr lang="ko-KR" altLang="en-US" sz="2400" b="1" u="sng" dirty="0"/>
              <a:t>함수 컴포넌트로 변경</a:t>
            </a:r>
            <a:endParaRPr lang="en-US" altLang="ko-KR" sz="2400" b="1" u="sng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A42D80D-BCD7-259F-2242-45A8C6962349}"/>
              </a:ext>
            </a:extLst>
          </p:cNvPr>
          <p:cNvSpPr txBox="1">
            <a:spLocks/>
          </p:cNvSpPr>
          <p:nvPr/>
        </p:nvSpPr>
        <p:spPr>
          <a:xfrm>
            <a:off x="248239" y="1644372"/>
            <a:ext cx="4920792" cy="173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Char char=""/>
              <a:defRPr sz="32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"/>
              <a:defRPr sz="2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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Aharoni" panose="02010803020104030203" pitchFamily="2" charset="-79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state</a:t>
            </a:r>
            <a:r>
              <a:rPr lang="ko-KR" altLang="en-US" sz="2400" dirty="0"/>
              <a:t>는 </a:t>
            </a:r>
            <a:r>
              <a:rPr lang="en-US" altLang="ko-KR" sz="2400" dirty="0" err="1"/>
              <a:t>useState</a:t>
            </a:r>
            <a:r>
              <a:rPr lang="en-US" altLang="ko-KR" sz="2400" dirty="0"/>
              <a:t>() </a:t>
            </a:r>
            <a:r>
              <a:rPr lang="ko-KR" altLang="en-US" sz="2400" dirty="0"/>
              <a:t>훅을 사용하여 처리</a:t>
            </a:r>
            <a:endParaRPr lang="en-US" altLang="ko-KR" sz="2400" dirty="0"/>
          </a:p>
          <a:p>
            <a:r>
              <a:rPr lang="ko-KR" altLang="en-US" sz="2400" dirty="0"/>
              <a:t>이벤트 </a:t>
            </a:r>
            <a:r>
              <a:rPr lang="ko-KR" altLang="en-US" sz="2400" dirty="0" err="1"/>
              <a:t>핸들러는</a:t>
            </a:r>
            <a:r>
              <a:rPr lang="ko-KR" altLang="en-US" sz="2400" dirty="0"/>
              <a:t> </a:t>
            </a:r>
            <a:r>
              <a:rPr lang="en-US" altLang="ko-KR" sz="2400" dirty="0"/>
              <a:t>arrow function</a:t>
            </a:r>
            <a:r>
              <a:rPr lang="ko-KR" altLang="en-US" sz="2400" dirty="0"/>
              <a:t>을 사용</a:t>
            </a:r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1464ED-B217-87DA-A84A-29B3F8A8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432873"/>
            <a:ext cx="6617616" cy="561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48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r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79CC0D-FB5B-3C67-0276-3D24F1F2B9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376"/>
          <a:stretch/>
        </p:blipFill>
        <p:spPr>
          <a:xfrm>
            <a:off x="81696" y="153542"/>
            <a:ext cx="6262543" cy="6550916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9F49594-AF87-3C3A-DB45-237C1C6BB7BB}"/>
              </a:ext>
            </a:extLst>
          </p:cNvPr>
          <p:cNvGrpSpPr/>
          <p:nvPr/>
        </p:nvGrpSpPr>
        <p:grpSpPr>
          <a:xfrm>
            <a:off x="5365421" y="1659286"/>
            <a:ext cx="6837575" cy="3016409"/>
            <a:chOff x="6659938" y="1696994"/>
            <a:chExt cx="4839084" cy="205996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C33308A-7D9E-A6FA-7A64-332E0AE9D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7278" y="2470904"/>
              <a:ext cx="4791744" cy="128605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C36C583-23BA-D90D-5164-14595E5CF4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6636"/>
            <a:stretch/>
          </p:blipFill>
          <p:spPr>
            <a:xfrm>
              <a:off x="6659938" y="1696994"/>
              <a:ext cx="4229690" cy="733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1347</TotalTime>
  <Words>340</Words>
  <Application>Microsoft Office PowerPoint</Application>
  <PresentationFormat>와이드스크린</PresentationFormat>
  <Paragraphs>92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Aharoni</vt:lpstr>
      <vt:lpstr>Arial</vt:lpstr>
      <vt:lpstr>Book Antiqua</vt:lpstr>
      <vt:lpstr>Britannic Bold</vt:lpstr>
      <vt:lpstr>Tw Cen MT</vt:lpstr>
      <vt:lpstr>Wingdings 3</vt:lpstr>
      <vt:lpstr>New_Simple01</vt:lpstr>
      <vt:lpstr>소플의 처음 만난 리액트</vt:lpstr>
      <vt:lpstr>8장 이벤트 핸들링</vt:lpstr>
      <vt:lpstr>8.1 이벤트 처리하기</vt:lpstr>
      <vt:lpstr>8.1 이벤트 처리하기</vt:lpstr>
      <vt:lpstr>8.1 이벤트 처리하기</vt:lpstr>
      <vt:lpstr>8.1 이벤트 처리하기</vt:lpstr>
      <vt:lpstr>8.1 이벤트 처리하기</vt:lpstr>
      <vt:lpstr>8.1 이벤트 처리하기</vt:lpstr>
      <vt:lpstr>8.2 Arguments 전달하기</vt:lpstr>
      <vt:lpstr>8.2 Arguments 전달하기</vt:lpstr>
      <vt:lpstr>8.3 클릭 이벤트 처리하기</vt:lpstr>
      <vt:lpstr>PowerPoint 프레젠테이션</vt:lpstr>
      <vt:lpstr>8.3 클릭 이벤트 처리하기</vt:lpstr>
      <vt:lpstr>8.3 클릭 이벤트 처리하기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김경민</cp:lastModifiedBy>
  <cp:revision>42</cp:revision>
  <dcterms:created xsi:type="dcterms:W3CDTF">2024-03-11T14:49:31Z</dcterms:created>
  <dcterms:modified xsi:type="dcterms:W3CDTF">2025-04-09T14:15:10Z</dcterms:modified>
</cp:coreProperties>
</file>