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7"/>
  </p:notesMasterIdLst>
  <p:sldIdLst>
    <p:sldId id="256" r:id="rId2"/>
    <p:sldId id="257" r:id="rId3"/>
    <p:sldId id="258" r:id="rId4"/>
    <p:sldId id="369" r:id="rId5"/>
    <p:sldId id="340" r:id="rId6"/>
    <p:sldId id="356" r:id="rId7"/>
    <p:sldId id="357" r:id="rId8"/>
    <p:sldId id="370" r:id="rId9"/>
    <p:sldId id="341" r:id="rId10"/>
    <p:sldId id="359" r:id="rId11"/>
    <p:sldId id="358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71" r:id="rId22"/>
    <p:sldId id="372" r:id="rId23"/>
    <p:sldId id="373" r:id="rId24"/>
    <p:sldId id="374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2B46-ED7A-4A63-A880-227889412B4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26BC2-3A5E-41D2-812B-C8BAFBFC9F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9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9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7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180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05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569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463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38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55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244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700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455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099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864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074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685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286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093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506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100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1915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775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2550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666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9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5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72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88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5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16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2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F864-164D-4ED0-9F9C-B5C7D0A4A0B2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7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Aharoni" panose="02010803020104030203" pitchFamily="2" charset="-79"/>
          <a:ea typeface="+mj-ea"/>
          <a:cs typeface="Aharoni" panose="02010803020104030203" pitchFamily="2" charset="-79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FFF2C-5BE4-4A02-EE82-5DE96A69A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소플의</a:t>
            </a:r>
            <a:r>
              <a:rPr lang="ko-KR" altLang="en-US" dirty="0"/>
              <a:t> 처음 만난 </a:t>
            </a:r>
            <a:r>
              <a:rPr lang="ko-KR" altLang="en-US" dirty="0" err="1"/>
              <a:t>리액트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FA9B2-251D-830E-5283-181B2218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135883"/>
            <a:ext cx="10572000" cy="1028513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한빛미디어</a:t>
            </a:r>
            <a:endParaRPr lang="en-US" altLang="ko-KR" sz="2000" dirty="0"/>
          </a:p>
          <a:p>
            <a:r>
              <a:rPr lang="ko-KR" altLang="en-US" sz="2000" dirty="0"/>
              <a:t>김 경 민</a:t>
            </a:r>
          </a:p>
        </p:txBody>
      </p:sp>
    </p:spTree>
    <p:extLst>
      <p:ext uri="{BB962C8B-B14F-4D97-AF65-F5344CB8AC3E}">
        <p14:creationId xmlns:p14="http://schemas.microsoft.com/office/powerpoint/2010/main" val="37385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6E483-88F2-1E3C-A900-7D71AFB4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16" y="539496"/>
            <a:ext cx="11563379" cy="960120"/>
          </a:xfrm>
        </p:spPr>
        <p:txBody>
          <a:bodyPr/>
          <a:lstStyle/>
          <a:p>
            <a:r>
              <a:rPr lang="en-US" altLang="ko-KR" b="1" dirty="0">
                <a:latin typeface="Britannic Bold" panose="020B0903060703020204" pitchFamily="34" charset="0"/>
              </a:rPr>
              <a:t>16</a:t>
            </a:r>
            <a:r>
              <a:rPr lang="ko-KR" altLang="en-US" b="1" dirty="0">
                <a:latin typeface="Britannic Bold" panose="020B0903060703020204" pitchFamily="34" charset="0"/>
              </a:rPr>
              <a:t>장 미니 프로젝트</a:t>
            </a:r>
            <a:r>
              <a:rPr lang="en-US" altLang="ko-KR" b="1" dirty="0">
                <a:latin typeface="Britannic Bold" panose="020B0903060703020204" pitchFamily="34" charset="0"/>
              </a:rPr>
              <a:t>- </a:t>
            </a:r>
            <a:r>
              <a:rPr lang="ko-KR" altLang="en-US" b="1" dirty="0">
                <a:latin typeface="Britannic Bold" panose="020B0903060703020204" pitchFamily="34" charset="0"/>
              </a:rPr>
              <a:t>미니 블로그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C93B53-5AEC-E1BC-8D50-BA7DC1A35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630" y="1499616"/>
            <a:ext cx="6758739" cy="535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16.1 </a:t>
            </a:r>
            <a:r>
              <a:rPr lang="ko-KR" altLang="en-US" sz="3600" dirty="0">
                <a:latin typeface="Britannic Bold" panose="020B0903060703020204" pitchFamily="34" charset="0"/>
              </a:rPr>
              <a:t>미니 블로그 기획하기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2A4EC4-7071-1306-38F4-D693683E6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52" y="1620533"/>
            <a:ext cx="3238725" cy="27958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B3C691-86ED-90CD-C39D-E01D99569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515" y="1620533"/>
            <a:ext cx="8120049" cy="489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16.1 </a:t>
            </a:r>
            <a:r>
              <a:rPr lang="ko-KR" altLang="en-US" sz="3600" dirty="0">
                <a:latin typeface="Britannic Bold" panose="020B0903060703020204" pitchFamily="34" charset="0"/>
              </a:rPr>
              <a:t>미니 블로그 기획하기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80F84F-0E61-7AC7-9C44-3DA501CE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98301" cy="47263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EFEAD59-8765-DD51-14BA-4FFD532027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311"/>
          <a:stretch/>
        </p:blipFill>
        <p:spPr>
          <a:xfrm>
            <a:off x="3280658" y="0"/>
            <a:ext cx="4516877" cy="56156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ECF15D-54EE-A83B-674A-4008E416C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959" y="-52207"/>
            <a:ext cx="4835453" cy="682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61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16.2 </a:t>
            </a:r>
            <a:r>
              <a:rPr lang="ko-KR" altLang="en-US" sz="3600" dirty="0">
                <a:latin typeface="Britannic Bold" panose="020B0903060703020204" pitchFamily="34" charset="0"/>
              </a:rPr>
              <a:t>프로젝트 생성하기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47282" cy="502684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Terminal</a:t>
            </a:r>
            <a:r>
              <a:rPr lang="ko-KR" altLang="en-US" sz="2400" dirty="0"/>
              <a:t> </a:t>
            </a:r>
            <a:r>
              <a:rPr lang="en-US" altLang="ko-KR" sz="2400" dirty="0"/>
              <a:t>&gt;</a:t>
            </a:r>
            <a:r>
              <a:rPr lang="ko-KR" altLang="en-US" sz="2400" dirty="0"/>
              <a:t> </a:t>
            </a:r>
            <a:r>
              <a:rPr lang="en-US" altLang="ko-KR" sz="2400" dirty="0"/>
              <a:t>New</a:t>
            </a:r>
            <a:r>
              <a:rPr lang="ko-KR" altLang="en-US" sz="2400" dirty="0"/>
              <a:t> </a:t>
            </a:r>
            <a:r>
              <a:rPr lang="en-US" altLang="ko-KR" sz="2400" dirty="0"/>
              <a:t>Terminal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 err="1"/>
              <a:t>리액트</a:t>
            </a:r>
            <a:r>
              <a:rPr lang="ko-KR" altLang="en-US" sz="2400" dirty="0"/>
              <a:t> 앱 구동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08DAFE-1E99-DF89-4356-71DE7EC30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52" y="2108688"/>
            <a:ext cx="4419600" cy="8615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8FD3BD1-C372-5FD9-5AFB-2C30212C4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52" y="3887730"/>
            <a:ext cx="3028544" cy="111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2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16.3 </a:t>
            </a:r>
            <a:r>
              <a:rPr lang="ko-KR" altLang="en-US" sz="3600" dirty="0">
                <a:latin typeface="Britannic Bold" panose="020B0903060703020204" pitchFamily="34" charset="0"/>
              </a:rPr>
              <a:t>필요한 패키지 설치하기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447282" cy="502684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react-router-</a:t>
            </a:r>
            <a:r>
              <a:rPr lang="en-US" altLang="ko-KR" sz="2400" dirty="0" err="1"/>
              <a:t>dom</a:t>
            </a:r>
            <a:r>
              <a:rPr lang="en-US" altLang="ko-KR" sz="2400" dirty="0"/>
              <a:t> (v6)</a:t>
            </a:r>
          </a:p>
          <a:p>
            <a:pPr lvl="1"/>
            <a:r>
              <a:rPr lang="ko-KR" altLang="en-US" sz="2000" dirty="0" err="1"/>
              <a:t>리액트</a:t>
            </a:r>
            <a:r>
              <a:rPr lang="ko-KR" altLang="en-US" sz="2000" dirty="0"/>
              <a:t> 앱에서 페이지 전환을 위해 사용하는 패키지</a:t>
            </a:r>
            <a:endParaRPr lang="en-US" altLang="ko-KR" sz="2000" dirty="0"/>
          </a:p>
          <a:p>
            <a:pPr lvl="1"/>
            <a:r>
              <a:rPr lang="ko-KR" altLang="en-US" sz="2000" dirty="0"/>
              <a:t>거의 모든 </a:t>
            </a:r>
            <a:r>
              <a:rPr lang="ko-KR" altLang="en-US" sz="2000" dirty="0" err="1"/>
              <a:t>리액트</a:t>
            </a:r>
            <a:r>
              <a:rPr lang="ko-KR" altLang="en-US" sz="2000" dirty="0"/>
              <a:t> 앱에 필수적으로 사용</a:t>
            </a:r>
            <a:endParaRPr lang="en-US" altLang="ko-KR" sz="2000" dirty="0"/>
          </a:p>
          <a:p>
            <a:r>
              <a:rPr lang="en-US" altLang="ko-KR" sz="2400" dirty="0"/>
              <a:t>styled-components (v6)</a:t>
            </a:r>
          </a:p>
          <a:p>
            <a:pPr lvl="1"/>
            <a:r>
              <a:rPr lang="ko-KR" altLang="en-US" sz="2000" dirty="0"/>
              <a:t>스타일링을 위한 라이브러리</a:t>
            </a:r>
            <a:endParaRPr lang="en-US" altLang="ko-KR" sz="2000" dirty="0"/>
          </a:p>
          <a:p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729372-F2F1-244B-6EA8-8E06F71B3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17070"/>
            <a:ext cx="7036340" cy="7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1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16.4 </a:t>
            </a:r>
            <a:r>
              <a:rPr lang="ko-KR" altLang="en-US" sz="3600" dirty="0">
                <a:latin typeface="Britannic Bold" panose="020B0903060703020204" pitchFamily="34" charset="0"/>
              </a:rPr>
              <a:t>주요 컴포넌트 구성하기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740" y="1600201"/>
            <a:ext cx="11726142" cy="50268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글 목록 보기 기능 </a:t>
            </a:r>
            <a:r>
              <a:rPr lang="en-US" altLang="ko-KR" sz="2400" dirty="0"/>
              <a:t>– </a:t>
            </a:r>
            <a:r>
              <a:rPr lang="en-US" altLang="ko-KR" sz="2400" dirty="0" err="1"/>
              <a:t>PostList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PostListItem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</a:t>
            </a:r>
            <a:endParaRPr lang="en-US" altLang="ko-KR" sz="2400" dirty="0"/>
          </a:p>
          <a:p>
            <a:r>
              <a:rPr lang="ko-KR" altLang="en-US" sz="2400" dirty="0"/>
              <a:t>글 보기 기능 </a:t>
            </a:r>
            <a:r>
              <a:rPr lang="en-US" altLang="ko-KR" sz="2400" dirty="0"/>
              <a:t>– Post</a:t>
            </a:r>
            <a:r>
              <a:rPr lang="ko-KR" altLang="en-US" sz="2400" dirty="0"/>
              <a:t> 컴포넌트</a:t>
            </a:r>
            <a:endParaRPr lang="en-US" altLang="ko-KR" sz="2400" dirty="0"/>
          </a:p>
          <a:p>
            <a:r>
              <a:rPr lang="ko-KR" altLang="en-US" sz="2400" dirty="0"/>
              <a:t>댓글 보기 기능 </a:t>
            </a:r>
            <a:r>
              <a:rPr lang="en-US" altLang="ko-KR" sz="2400" dirty="0"/>
              <a:t>– </a:t>
            </a:r>
            <a:r>
              <a:rPr lang="en-US" altLang="ko-KR" sz="2400" dirty="0" err="1"/>
              <a:t>CommentList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CommentListItem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</a:t>
            </a:r>
            <a:endParaRPr lang="en-US" altLang="ko-KR" sz="2400" dirty="0"/>
          </a:p>
          <a:p>
            <a:r>
              <a:rPr lang="ko-KR" altLang="en-US" sz="2400" dirty="0"/>
              <a:t>댓글 작성 기능 </a:t>
            </a:r>
            <a:r>
              <a:rPr lang="en-US" altLang="ko-KR" sz="2400" dirty="0"/>
              <a:t>– </a:t>
            </a:r>
            <a:r>
              <a:rPr lang="en-US" altLang="ko-KR" sz="2400" dirty="0" err="1"/>
              <a:t>CommentWrite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</a:t>
            </a:r>
            <a:endParaRPr lang="en-US" altLang="ko-KR" sz="2400" dirty="0"/>
          </a:p>
          <a:p>
            <a:r>
              <a:rPr lang="ko-KR" altLang="en-US" sz="2400" dirty="0"/>
              <a:t>글 작성 기능 </a:t>
            </a:r>
            <a:r>
              <a:rPr lang="en-US" altLang="ko-KR" sz="2400" dirty="0"/>
              <a:t>– </a:t>
            </a:r>
            <a:r>
              <a:rPr lang="en-US" altLang="ko-KR" sz="2400" dirty="0" err="1"/>
              <a:t>PostWrite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800" dirty="0"/>
          </a:p>
          <a:p>
            <a:endParaRPr lang="en-US" altLang="ko-KR" sz="2400" dirty="0"/>
          </a:p>
          <a:p>
            <a:r>
              <a:rPr lang="ko-KR" altLang="en-US" sz="2400" dirty="0"/>
              <a:t>재사용이 가능할 경우 종류별로 모으기</a:t>
            </a:r>
            <a:endParaRPr lang="en-US" altLang="ko-KR" sz="2400" dirty="0"/>
          </a:p>
          <a:p>
            <a:r>
              <a:rPr lang="ko-KR" altLang="en-US" sz="2400" dirty="0"/>
              <a:t>재사용될 일이 없는 경우 페이지별로</a:t>
            </a:r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55A19E-D4DE-7D44-0680-0E8CB4DE7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773" y="1317799"/>
            <a:ext cx="3238725" cy="279582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47087D1C-1334-5432-B4C1-B687D979E9D2}"/>
              </a:ext>
            </a:extLst>
          </p:cNvPr>
          <p:cNvSpPr txBox="1">
            <a:spLocks/>
          </p:cNvSpPr>
          <p:nvPr/>
        </p:nvSpPr>
        <p:spPr>
          <a:xfrm>
            <a:off x="609600" y="3861934"/>
            <a:ext cx="4912469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16.5 </a:t>
            </a:r>
            <a:r>
              <a:rPr lang="ko-KR" altLang="en-US" sz="3600" dirty="0">
                <a:latin typeface="Britannic Bold" panose="020B0903060703020204" pitchFamily="34" charset="0"/>
              </a:rPr>
              <a:t>폴더 구성하기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65FA77-AEC7-263F-20F1-CB618BD62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840" y="4113622"/>
            <a:ext cx="5457865" cy="243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3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16.1 </a:t>
            </a:r>
            <a:r>
              <a:rPr lang="ko-KR" altLang="en-US" sz="3600" dirty="0">
                <a:latin typeface="Britannic Bold" panose="020B0903060703020204" pitchFamily="34" charset="0"/>
              </a:rPr>
              <a:t>미니 블로그 기획하기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80F84F-0E61-7AC7-9C44-3DA501CE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98301" cy="47263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EFEAD59-8765-DD51-14BA-4FFD532027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311"/>
          <a:stretch/>
        </p:blipFill>
        <p:spPr>
          <a:xfrm>
            <a:off x="3280658" y="0"/>
            <a:ext cx="4516877" cy="56156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ECF15D-54EE-A83B-674A-4008E416C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959" y="-52207"/>
            <a:ext cx="4835453" cy="682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2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16.6 UI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src</a:t>
            </a:r>
            <a:r>
              <a:rPr lang="en-US" altLang="ko-KR" sz="2400" dirty="0"/>
              <a:t>/component/</a:t>
            </a:r>
            <a:r>
              <a:rPr lang="en-US" altLang="ko-KR" sz="2400" dirty="0" err="1"/>
              <a:t>ui</a:t>
            </a:r>
            <a:r>
              <a:rPr lang="en-US" altLang="ko-KR" sz="2400" dirty="0"/>
              <a:t> </a:t>
            </a:r>
            <a:r>
              <a:rPr lang="ko-KR" altLang="en-US" sz="2400" dirty="0"/>
              <a:t>폴더에 구현</a:t>
            </a:r>
            <a:endParaRPr lang="en-US" altLang="ko-KR" sz="2400" dirty="0"/>
          </a:p>
          <a:p>
            <a:r>
              <a:rPr lang="ko-KR" altLang="en-US" sz="2400" dirty="0"/>
              <a:t>필수적으로 필요한 </a:t>
            </a:r>
            <a:r>
              <a:rPr lang="en-US" altLang="ko-KR" sz="2400" dirty="0"/>
              <a:t>UI </a:t>
            </a:r>
            <a:r>
              <a:rPr lang="ko-KR" altLang="en-US" sz="2400" dirty="0"/>
              <a:t>컴포넌트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– Button, </a:t>
            </a:r>
            <a:r>
              <a:rPr lang="en-US" altLang="ko-KR" sz="2400" dirty="0" err="1"/>
              <a:t>TextInput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</a:t>
            </a:r>
            <a:endParaRPr lang="en-US" altLang="ko-KR" sz="2400" dirty="0"/>
          </a:p>
          <a:p>
            <a:r>
              <a:rPr lang="en-US" altLang="ko-KR" sz="2400" dirty="0"/>
              <a:t>Button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8E7316-3553-F838-75EC-664B87CCB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063" y="1338292"/>
            <a:ext cx="7165937" cy="551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53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16.6 UI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TextInput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858BB8-6DD0-56B5-C6BE-B6A895FE4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506" y="16938"/>
            <a:ext cx="6532494" cy="682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37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16.7 List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src</a:t>
            </a:r>
            <a:r>
              <a:rPr lang="en-US" altLang="ko-KR" sz="2400" dirty="0"/>
              <a:t>/component/list </a:t>
            </a:r>
            <a:r>
              <a:rPr lang="ko-KR" altLang="en-US" sz="2400" dirty="0"/>
              <a:t>폴더에 구현</a:t>
            </a:r>
            <a:endParaRPr lang="en-US" altLang="ko-KR" sz="2400" dirty="0"/>
          </a:p>
          <a:p>
            <a:r>
              <a:rPr lang="en-US" altLang="ko-KR" sz="2400" dirty="0" err="1"/>
              <a:t>PostListItem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072767-0438-7058-41D1-7D47760A8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96" y="2529191"/>
            <a:ext cx="4414166" cy="43288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C0C3615-EA59-7CF0-B05C-649977B56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460" y="-31666"/>
            <a:ext cx="5372911" cy="688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16.7 List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PostList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AC973E-A930-F530-C06B-942657009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31" y="2176109"/>
            <a:ext cx="4642605" cy="43249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CA2C2AA-258F-F8E3-214F-DC9DBD858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928" y="101184"/>
            <a:ext cx="5129719" cy="56941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69F13EA-56B1-27EB-6D46-E70941394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656" y="5785569"/>
            <a:ext cx="3838688" cy="91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0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16.7 List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CommentListItem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926051-2CB5-B0B4-F111-622FD1955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66" y="2158155"/>
            <a:ext cx="4135404" cy="46998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B042B4-98E9-0F53-E7E3-F3E9513DA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456" y="430449"/>
            <a:ext cx="6059183" cy="599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34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16.7 List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CommentList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FA1BD7-392C-1424-D1D5-AF381D460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07" y="2151603"/>
            <a:ext cx="5142456" cy="43075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86B831E-5BB2-7F11-73FB-3B266453B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80835"/>
            <a:ext cx="5640372" cy="37468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8145C81-7E85-6B33-E9AA-1AC185286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272" y="4419582"/>
            <a:ext cx="4311789" cy="233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34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16.8 </a:t>
            </a:r>
            <a:r>
              <a:rPr lang="ko-KR" altLang="en-US" sz="3600" dirty="0">
                <a:latin typeface="Britannic Bold" panose="020B0903060703020204" pitchFamily="34" charset="0"/>
              </a:rPr>
              <a:t>가짜 데이터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926111" cy="517997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600" dirty="0" err="1"/>
              <a:t>src</a:t>
            </a:r>
            <a:r>
              <a:rPr lang="en-US" altLang="ko-KR" sz="2600" dirty="0"/>
              <a:t>/</a:t>
            </a:r>
            <a:r>
              <a:rPr lang="en-US" altLang="ko-KR" sz="2600" dirty="0" err="1"/>
              <a:t>data.json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100" dirty="0"/>
              <a:t>[</a:t>
            </a:r>
          </a:p>
          <a:p>
            <a:pPr marL="0" indent="0">
              <a:buNone/>
            </a:pPr>
            <a:r>
              <a:rPr lang="en-US" altLang="ko-KR" sz="2100" dirty="0"/>
              <a:t>    {</a:t>
            </a:r>
          </a:p>
          <a:p>
            <a:pPr marL="0" indent="0">
              <a:buNone/>
            </a:pPr>
            <a:r>
              <a:rPr lang="en-US" altLang="ko-KR" sz="2100" dirty="0"/>
              <a:t>        "id": 1,</a:t>
            </a:r>
          </a:p>
          <a:p>
            <a:pPr marL="0" indent="0">
              <a:buNone/>
            </a:pPr>
            <a:r>
              <a:rPr lang="en-US" altLang="ko-KR" sz="2100" dirty="0"/>
              <a:t>        "title": "</a:t>
            </a:r>
            <a:r>
              <a:rPr lang="ko-KR" altLang="en-US" sz="2100" dirty="0" err="1"/>
              <a:t>리액트에서</a:t>
            </a:r>
            <a:r>
              <a:rPr lang="ko-KR" altLang="en-US" sz="2100" dirty="0"/>
              <a:t> 리스트 렌더링하기</a:t>
            </a:r>
            <a:r>
              <a:rPr lang="en-US" altLang="ko-KR" sz="2100" dirty="0"/>
              <a:t>",</a:t>
            </a:r>
          </a:p>
          <a:p>
            <a:pPr marL="0" indent="0">
              <a:buNone/>
            </a:pPr>
            <a:r>
              <a:rPr lang="en-US" altLang="ko-KR" sz="2100" dirty="0"/>
              <a:t>        "content": "</a:t>
            </a:r>
            <a:r>
              <a:rPr lang="ko-KR" altLang="en-US" sz="2100" dirty="0"/>
              <a:t>안녕하세요</a:t>
            </a:r>
            <a:r>
              <a:rPr lang="en-US" altLang="ko-KR" sz="2100" dirty="0"/>
              <a:t>, </a:t>
            </a:r>
            <a:r>
              <a:rPr lang="ko-KR" altLang="en-US" sz="2100" dirty="0" err="1"/>
              <a:t>소플입니다</a:t>
            </a:r>
            <a:r>
              <a:rPr lang="en-US" altLang="ko-KR" sz="2100" dirty="0"/>
              <a:t>.\n</a:t>
            </a:r>
            <a:r>
              <a:rPr lang="ko-KR" altLang="en-US" sz="2100" dirty="0"/>
              <a:t>이번 글에서는 </a:t>
            </a:r>
            <a:r>
              <a:rPr lang="ko-KR" altLang="en-US" sz="2100" dirty="0" err="1"/>
              <a:t>리액트에서</a:t>
            </a:r>
            <a:r>
              <a:rPr lang="ko-KR" altLang="en-US" sz="2100" dirty="0"/>
              <a:t> 리스트를 렌더링하는 방법에 대해서</a:t>
            </a:r>
            <a:r>
              <a:rPr lang="en-US" altLang="ko-KR" sz="2100" dirty="0"/>
              <a:t>..”,</a:t>
            </a:r>
          </a:p>
          <a:p>
            <a:pPr marL="0" indent="0">
              <a:buNone/>
            </a:pPr>
            <a:r>
              <a:rPr lang="en-US" altLang="ko-KR" sz="2100" dirty="0"/>
              <a:t>        "comments": [</a:t>
            </a:r>
          </a:p>
          <a:p>
            <a:pPr marL="0" indent="0">
              <a:buNone/>
            </a:pPr>
            <a:r>
              <a:rPr lang="en-US" altLang="ko-KR" sz="2100" dirty="0"/>
              <a:t>            {</a:t>
            </a:r>
          </a:p>
          <a:p>
            <a:pPr marL="0" indent="0">
              <a:buNone/>
            </a:pPr>
            <a:r>
              <a:rPr lang="en-US" altLang="ko-KR" sz="2100" dirty="0"/>
              <a:t>                "id": 11,</a:t>
            </a:r>
          </a:p>
          <a:p>
            <a:pPr marL="0" indent="0">
              <a:buNone/>
            </a:pPr>
            <a:r>
              <a:rPr lang="en-US" altLang="ko-KR" sz="2100" dirty="0"/>
              <a:t>                "content": "</a:t>
            </a:r>
            <a:r>
              <a:rPr lang="ko-KR" altLang="en-US" sz="2100" dirty="0"/>
              <a:t>실제로 </a:t>
            </a:r>
            <a:r>
              <a:rPr lang="ko-KR" altLang="en-US" sz="2100" dirty="0" err="1"/>
              <a:t>개발하다보면</a:t>
            </a:r>
            <a:r>
              <a:rPr lang="ko-KR" altLang="en-US" sz="2100" dirty="0"/>
              <a:t> </a:t>
            </a:r>
            <a:r>
              <a:rPr lang="en-US" altLang="ko-KR" sz="2100" dirty="0"/>
              <a:t>map</a:t>
            </a:r>
            <a:r>
              <a:rPr lang="ko-KR" altLang="en-US" sz="2100" dirty="0"/>
              <a:t>함수를 진짜 많이 쓰는 것 같아요😄</a:t>
            </a:r>
            <a:r>
              <a:rPr lang="en-US" altLang="ko-KR" sz="2100" dirty="0"/>
              <a:t>"</a:t>
            </a:r>
          </a:p>
          <a:p>
            <a:pPr marL="0" indent="0">
              <a:buNone/>
            </a:pPr>
            <a:r>
              <a:rPr lang="en-US" altLang="ko-KR" sz="2100" dirty="0"/>
              <a:t>            },</a:t>
            </a:r>
          </a:p>
          <a:p>
            <a:pPr marL="0" indent="0">
              <a:buNone/>
            </a:pPr>
            <a:r>
              <a:rPr lang="en-US" altLang="ko-KR" sz="2100" dirty="0"/>
              <a:t>            {</a:t>
            </a:r>
          </a:p>
          <a:p>
            <a:pPr marL="0" indent="0">
              <a:buNone/>
            </a:pPr>
            <a:r>
              <a:rPr lang="en-US" altLang="ko-KR" sz="2100" dirty="0"/>
              <a:t>                "id": 12,</a:t>
            </a:r>
          </a:p>
          <a:p>
            <a:pPr marL="0" indent="0">
              <a:buNone/>
            </a:pPr>
            <a:r>
              <a:rPr lang="en-US" altLang="ko-KR" sz="2100" dirty="0"/>
              <a:t>                "content": "</a:t>
            </a:r>
            <a:r>
              <a:rPr lang="ko-KR" altLang="en-US" sz="2100" dirty="0"/>
              <a:t>적용해보니 코드가 정말 </a:t>
            </a:r>
            <a:r>
              <a:rPr lang="ko-KR" altLang="en-US" sz="2100" dirty="0" err="1"/>
              <a:t>간결해지네요ㅎㅎ</a:t>
            </a:r>
            <a:r>
              <a:rPr lang="en-US" altLang="ko-KR" sz="2100" dirty="0"/>
              <a:t>"</a:t>
            </a:r>
          </a:p>
          <a:p>
            <a:pPr marL="0" indent="0">
              <a:buNone/>
            </a:pPr>
            <a:r>
              <a:rPr lang="en-US" altLang="ko-KR" sz="2100" dirty="0"/>
              <a:t>            },</a:t>
            </a:r>
          </a:p>
        </p:txBody>
      </p:sp>
    </p:spTree>
    <p:extLst>
      <p:ext uri="{BB962C8B-B14F-4D97-AF65-F5344CB8AC3E}">
        <p14:creationId xmlns:p14="http://schemas.microsoft.com/office/powerpoint/2010/main" val="1714947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16.9 Page </a:t>
            </a:r>
            <a:r>
              <a:rPr lang="ko-KR" altLang="en-US" sz="3600" dirty="0">
                <a:latin typeface="Britannic Bold" panose="020B0903060703020204" pitchFamily="34" charset="0"/>
              </a:rPr>
              <a:t>컴포넌트 구현하기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UI </a:t>
            </a:r>
            <a:r>
              <a:rPr lang="ko-KR" altLang="en-US" sz="2400" dirty="0"/>
              <a:t>컴포넌트</a:t>
            </a:r>
            <a:r>
              <a:rPr lang="en-US" altLang="ko-KR" sz="2400" dirty="0"/>
              <a:t>, List </a:t>
            </a:r>
            <a:r>
              <a:rPr lang="ko-KR" altLang="en-US" sz="2400" dirty="0"/>
              <a:t>컴포넌트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데이터까지 모두 준비</a:t>
            </a:r>
            <a:endParaRPr lang="en-US" altLang="ko-KR" sz="2400" dirty="0"/>
          </a:p>
          <a:p>
            <a:r>
              <a:rPr lang="ko-KR" altLang="en-US" sz="2400" dirty="0"/>
              <a:t>최종적으로 이 컴포넌트들과 데이터를 모아서 </a:t>
            </a:r>
            <a:r>
              <a:rPr lang="en-US" altLang="ko-KR" sz="2400" dirty="0"/>
              <a:t>Page </a:t>
            </a:r>
            <a:r>
              <a:rPr lang="ko-KR" altLang="en-US" sz="2400" dirty="0"/>
              <a:t>컴포넌트들을 구현</a:t>
            </a:r>
            <a:endParaRPr lang="en-US" altLang="ko-KR" sz="2400" dirty="0"/>
          </a:p>
          <a:p>
            <a:pPr lvl="1"/>
            <a:r>
              <a:rPr lang="en-US" altLang="ko-KR" sz="2000" dirty="0" err="1"/>
              <a:t>MainPage</a:t>
            </a:r>
            <a:r>
              <a:rPr lang="en-US" altLang="ko-KR" sz="2000" dirty="0"/>
              <a:t> </a:t>
            </a:r>
            <a:r>
              <a:rPr lang="ko-KR" altLang="en-US" sz="2000" dirty="0"/>
              <a:t>컴포넌트 구현하기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PostWritePage</a:t>
            </a:r>
            <a:r>
              <a:rPr lang="en-US" altLang="ko-KR" sz="2000" dirty="0"/>
              <a:t> </a:t>
            </a:r>
            <a:r>
              <a:rPr lang="ko-KR" altLang="en-US" sz="2000" dirty="0"/>
              <a:t>컴포넌트 구현하기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PostViewPage</a:t>
            </a:r>
            <a:r>
              <a:rPr lang="ko-KR" altLang="en-US" sz="2000" dirty="0"/>
              <a:t> 컴포넌트 구현하기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21306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686"/>
            <a:ext cx="5768502" cy="607978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MainPage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8F8C05-21A3-D3A5-4CA1-B469B1785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11" y="571160"/>
            <a:ext cx="4384754" cy="37479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41D24E-7403-0284-6D47-B46FB96D4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39" y="4269084"/>
            <a:ext cx="3171091" cy="27935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B44628-CFED-9E2C-137C-C21A6177B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969" y="82686"/>
            <a:ext cx="5555516" cy="67753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ABB103-9AC7-C514-2506-790E8AB6917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2311"/>
          <a:stretch/>
        </p:blipFill>
        <p:spPr>
          <a:xfrm>
            <a:off x="3346315" y="2198405"/>
            <a:ext cx="3755734" cy="466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03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686"/>
            <a:ext cx="5768502" cy="607978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PostWritePage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5F4A9F-7C86-F077-3FB3-8E738AD17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5567"/>
            <a:ext cx="4683510" cy="23249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57ED36-9634-400D-162A-ADC3113B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8" y="2821019"/>
            <a:ext cx="3156801" cy="42053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A3AF959-A9B0-B518-72C9-5D3611224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510" y="0"/>
            <a:ext cx="4888507" cy="48033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35C378-9B56-5A8C-060D-809051FCC3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3162" y="3813243"/>
            <a:ext cx="4738838" cy="42898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F1CBFF0-8009-6070-9C1A-9766D1F2A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941" y="2997665"/>
            <a:ext cx="3429014" cy="386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79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2161" y="0"/>
            <a:ext cx="5768502" cy="607978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PostViewPage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F12BEC-F3A0-5812-C772-EAA7E93AC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89123" cy="68061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872B9BD-4236-7F93-6EC8-7F423587C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886" y="607978"/>
            <a:ext cx="3837165" cy="60651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1BECB5-5D28-56EA-6E91-5A8BF0630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0416" y="607978"/>
            <a:ext cx="4000248" cy="564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19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2161" y="0"/>
            <a:ext cx="5768502" cy="607978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PostViewPage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 구현하기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CCA0EE-9B58-A73D-44CA-8264EBD89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549"/>
            <a:ext cx="4780163" cy="3429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2B0EA92-C56C-330C-1E42-F6B744C08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8" y="3458181"/>
            <a:ext cx="6226293" cy="33025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5415B4-4D0B-3CE7-619F-F3812BF40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575" y="519241"/>
            <a:ext cx="5281528" cy="61726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39A2646-9463-B520-CFB3-A6B979C59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1640" y="519241"/>
            <a:ext cx="3254224" cy="458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17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16.10 </a:t>
            </a:r>
            <a:r>
              <a:rPr lang="ko-KR" altLang="en-US" sz="3600" dirty="0">
                <a:latin typeface="Britannic Bold" panose="020B0903060703020204" pitchFamily="34" charset="0"/>
              </a:rPr>
              <a:t>각 페이지별 경로 구성하기 </a:t>
            </a:r>
            <a:r>
              <a:rPr lang="en-US" altLang="ko-KR" sz="3600" dirty="0">
                <a:latin typeface="Britannic Bold" panose="020B0903060703020204" pitchFamily="34" charset="0"/>
              </a:rPr>
              <a:t>: </a:t>
            </a:r>
            <a:r>
              <a:rPr lang="en-US" altLang="ko-KR" sz="3600" dirty="0"/>
              <a:t>react-router-</a:t>
            </a:r>
            <a:r>
              <a:rPr lang="en-US" altLang="ko-KR" sz="3600" dirty="0" err="1"/>
              <a:t>dom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ko-KR" altLang="en-US" sz="2400" dirty="0" err="1"/>
              <a:t>리액트를</a:t>
            </a:r>
            <a:r>
              <a:rPr lang="ko-KR" altLang="en-US" sz="2400" dirty="0"/>
              <a:t> 위한 라우팅</a:t>
            </a:r>
            <a:r>
              <a:rPr lang="en-US" altLang="ko-KR" sz="2400" dirty="0"/>
              <a:t>(Routing) </a:t>
            </a:r>
            <a:r>
              <a:rPr lang="ko-KR" altLang="en-US" sz="2400" dirty="0"/>
              <a:t>라이브러리</a:t>
            </a:r>
            <a:r>
              <a:rPr lang="en-US" altLang="ko-KR" sz="2400" dirty="0"/>
              <a:t>, </a:t>
            </a:r>
            <a:r>
              <a:rPr lang="ko-KR" altLang="en-US" sz="2400" dirty="0"/>
              <a:t>원하는 경로로 보내는 과정</a:t>
            </a:r>
            <a:endParaRPr lang="en-US" altLang="ko-KR" sz="2400" dirty="0"/>
          </a:p>
          <a:p>
            <a:r>
              <a:rPr lang="en-US" altLang="ko-KR" sz="2400" dirty="0" err="1"/>
              <a:t>BrowerRouter</a:t>
            </a:r>
            <a:r>
              <a:rPr lang="en-US" altLang="ko-KR" sz="2400" dirty="0"/>
              <a:t> </a:t>
            </a:r>
            <a:r>
              <a:rPr lang="ko-KR" altLang="en-US" sz="2400" dirty="0"/>
              <a:t>컴포넌트</a:t>
            </a:r>
            <a:endParaRPr lang="en-US" altLang="ko-KR" sz="2400" dirty="0"/>
          </a:p>
          <a:p>
            <a:pPr lvl="1"/>
            <a:r>
              <a:rPr lang="ko-KR" altLang="en-US" sz="2000" dirty="0"/>
              <a:t>웹 브라우저에서 </a:t>
            </a:r>
            <a:r>
              <a:rPr lang="en-US" altLang="ko-KR" sz="2000" dirty="0"/>
              <a:t>react-router</a:t>
            </a:r>
            <a:r>
              <a:rPr lang="ko-KR" altLang="en-US" sz="2000" dirty="0"/>
              <a:t>를 사용하여 라우팅을 할 수 있도록 해주는 컴포넌트</a:t>
            </a:r>
            <a:endParaRPr lang="en-US" altLang="ko-KR" sz="2000" dirty="0"/>
          </a:p>
          <a:p>
            <a:pPr lvl="1"/>
            <a:r>
              <a:rPr lang="en-US" altLang="ko-KR" sz="2000" dirty="0"/>
              <a:t>‘history’</a:t>
            </a:r>
            <a:r>
              <a:rPr lang="ko-KR" altLang="en-US" sz="2000" dirty="0"/>
              <a:t>를 이용해서 경로를 탐색할 수 있게 해 주는 컴포넌트</a:t>
            </a:r>
            <a:endParaRPr lang="en-US" altLang="ko-KR" sz="2000" dirty="0"/>
          </a:p>
          <a:p>
            <a:r>
              <a:rPr lang="en-US" altLang="ko-KR" sz="2400" dirty="0"/>
              <a:t>Routes, Route </a:t>
            </a:r>
            <a:r>
              <a:rPr lang="ko-KR" altLang="en-US" sz="2400" dirty="0"/>
              <a:t>컴포넌트</a:t>
            </a:r>
            <a:endParaRPr lang="en-US" altLang="ko-KR" sz="2400" dirty="0"/>
          </a:p>
          <a:p>
            <a:pPr lvl="1"/>
            <a:r>
              <a:rPr lang="ko-KR" altLang="en-US" sz="2000" dirty="0"/>
              <a:t>실제로 라우팅 경로를 구성할 수 있게 해 주는 컴포넌트</a:t>
            </a:r>
            <a:endParaRPr lang="en-US" altLang="ko-KR" sz="2000" dirty="0"/>
          </a:p>
          <a:p>
            <a:pPr lvl="1"/>
            <a:r>
              <a:rPr lang="en-US" altLang="ko-KR" sz="2000" dirty="0"/>
              <a:t>Route </a:t>
            </a:r>
            <a:r>
              <a:rPr lang="ko-KR" altLang="en-US" sz="2000" dirty="0"/>
              <a:t>컴포넌트는 </a:t>
            </a:r>
            <a:r>
              <a:rPr lang="en-US" altLang="ko-KR" sz="2000" dirty="0"/>
              <a:t>Routes</a:t>
            </a:r>
            <a:r>
              <a:rPr lang="ko-KR" altLang="en-US" sz="2000" dirty="0"/>
              <a:t>의 하위 컴포넌트</a:t>
            </a:r>
            <a:endParaRPr lang="en-US" altLang="ko-KR" sz="2000" dirty="0"/>
          </a:p>
          <a:p>
            <a:pPr lvl="1"/>
            <a:r>
              <a:rPr lang="en-US" altLang="ko-KR" sz="2000" dirty="0"/>
              <a:t>path</a:t>
            </a:r>
            <a:r>
              <a:rPr lang="ko-KR" altLang="en-US" sz="2000" dirty="0"/>
              <a:t>와 </a:t>
            </a:r>
            <a:r>
              <a:rPr lang="en-US" altLang="ko-KR" sz="2000" dirty="0"/>
              <a:t>element</a:t>
            </a:r>
            <a:r>
              <a:rPr lang="ko-KR" altLang="en-US" sz="2000" dirty="0"/>
              <a:t>를 가짐</a:t>
            </a:r>
            <a:endParaRPr lang="en-US" altLang="ko-KR" sz="2000" dirty="0"/>
          </a:p>
          <a:p>
            <a:pPr lvl="1"/>
            <a:r>
              <a:rPr lang="en-US" altLang="ko-KR" sz="2000" dirty="0"/>
              <a:t>path : </a:t>
            </a:r>
            <a:r>
              <a:rPr lang="ko-KR" altLang="en-US" sz="2000" dirty="0"/>
              <a:t>경로를 의미</a:t>
            </a:r>
            <a:endParaRPr lang="en-US" altLang="ko-KR" sz="2000" dirty="0"/>
          </a:p>
          <a:p>
            <a:pPr lvl="1"/>
            <a:r>
              <a:rPr lang="en-US" altLang="ko-KR" sz="2000" dirty="0"/>
              <a:t>element : </a:t>
            </a:r>
            <a:r>
              <a:rPr lang="ko-KR" altLang="en-US" sz="2000" dirty="0"/>
              <a:t>경로가 일치할 경우 렌더링을 할 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		</a:t>
            </a:r>
            <a:r>
              <a:rPr lang="ko-KR" altLang="en-US" sz="2000" dirty="0" err="1"/>
              <a:t>리액트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엘리먼트를</a:t>
            </a:r>
            <a:r>
              <a:rPr lang="ko-KR" altLang="en-US" sz="2000" dirty="0"/>
              <a:t> 의미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D605BA-7F15-DF6F-B311-65B0C3375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007" y="4108814"/>
            <a:ext cx="6162153" cy="229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46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16.10 </a:t>
            </a:r>
            <a:r>
              <a:rPr lang="ko-KR" altLang="en-US" sz="3600" dirty="0">
                <a:latin typeface="Britannic Bold" panose="020B0903060703020204" pitchFamily="34" charset="0"/>
              </a:rPr>
              <a:t>각 페이지별 경로 구성하기 </a:t>
            </a:r>
            <a:r>
              <a:rPr lang="en-US" altLang="ko-KR" sz="3600" dirty="0">
                <a:latin typeface="Britannic Bold" panose="020B0903060703020204" pitchFamily="34" charset="0"/>
              </a:rPr>
              <a:t>: </a:t>
            </a:r>
            <a:r>
              <a:rPr lang="en-US" altLang="ko-KR" sz="3600" dirty="0"/>
              <a:t>react-router-</a:t>
            </a:r>
            <a:r>
              <a:rPr lang="en-US" altLang="ko-KR" sz="3600" dirty="0" err="1"/>
              <a:t>dom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페이지간 이동을 위해서 </a:t>
            </a:r>
            <a:r>
              <a:rPr lang="en-US" altLang="ko-KR" sz="2400" dirty="0" err="1"/>
              <a:t>useNavigate</a:t>
            </a:r>
            <a:r>
              <a:rPr lang="en-US" altLang="ko-KR" sz="2400" dirty="0"/>
              <a:t>() </a:t>
            </a:r>
            <a:r>
              <a:rPr lang="ko-KR" altLang="en-US" sz="2400" dirty="0"/>
              <a:t>훅을 제공</a:t>
            </a:r>
            <a:endParaRPr lang="en-US" altLang="ko-KR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3E6D76-9CED-297C-C230-F87343DDC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1" y="2241631"/>
            <a:ext cx="5383096" cy="400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255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16.10 </a:t>
            </a:r>
            <a:r>
              <a:rPr lang="ko-KR" altLang="en-US" sz="3600" dirty="0">
                <a:latin typeface="Britannic Bold" panose="020B0903060703020204" pitchFamily="34" charset="0"/>
              </a:rPr>
              <a:t>각 페이지별 경로 구성하기 </a:t>
            </a:r>
            <a:r>
              <a:rPr lang="en-US" altLang="ko-KR" sz="3600" dirty="0">
                <a:latin typeface="Britannic Bold" panose="020B0903060703020204" pitchFamily="34" charset="0"/>
              </a:rPr>
              <a:t>: App.js </a:t>
            </a:r>
            <a:r>
              <a:rPr lang="ko-KR" altLang="en-US" sz="3600" dirty="0">
                <a:latin typeface="Britannic Bold" panose="020B0903060703020204" pitchFamily="34" charset="0"/>
              </a:rPr>
              <a:t>파일 수정하기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98" y="1600201"/>
            <a:ext cx="11561273" cy="502684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App </a:t>
            </a:r>
            <a:r>
              <a:rPr lang="ko-KR" altLang="en-US" sz="2000" dirty="0"/>
              <a:t>컴포넌트가 가장 처음으로 </a:t>
            </a:r>
            <a:r>
              <a:rPr lang="ko-KR" altLang="en-US" sz="2000" dirty="0" err="1"/>
              <a:t>렌더링되는</a:t>
            </a:r>
            <a:r>
              <a:rPr lang="ko-KR" altLang="en-US" sz="2000" dirty="0"/>
              <a:t> 컴포넌트이기 때문에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App </a:t>
            </a:r>
            <a:r>
              <a:rPr lang="ko-KR" altLang="en-US" sz="2000" dirty="0"/>
              <a:t>컴포넌트에 라우팅 구현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E341B5-30CC-B456-FEE3-096A3D31DC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726"/>
          <a:stretch/>
        </p:blipFill>
        <p:spPr>
          <a:xfrm>
            <a:off x="0" y="2048366"/>
            <a:ext cx="5665763" cy="46792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2CAA84F-0337-6773-451E-1925B8413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921" y="3796802"/>
            <a:ext cx="6578079" cy="22698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11F757-24D2-AE3D-ABBE-D2D09FCD95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258"/>
          <a:stretch/>
        </p:blipFill>
        <p:spPr>
          <a:xfrm>
            <a:off x="5633378" y="2048366"/>
            <a:ext cx="5918874" cy="17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40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539496"/>
            <a:ext cx="11653736" cy="960120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>
                <a:latin typeface="Britannic Bold" panose="020B0903060703020204" pitchFamily="34" charset="0"/>
              </a:rPr>
              <a:t>16.11 index.js </a:t>
            </a:r>
            <a:r>
              <a:rPr lang="ko-KR" altLang="en-US" sz="3600" dirty="0">
                <a:latin typeface="Britannic Bold" panose="020B0903060703020204" pitchFamily="34" charset="0"/>
              </a:rPr>
              <a:t>파일은 그대로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325905-397D-CFB2-7020-BAB1DE8B1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06" y="1589745"/>
            <a:ext cx="8014253" cy="459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88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7" y="539496"/>
            <a:ext cx="10972800" cy="960120"/>
          </a:xfrm>
        </p:spPr>
        <p:txBody>
          <a:bodyPr/>
          <a:lstStyle/>
          <a:p>
            <a:pPr algn="l"/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24674B-8364-96FE-FE42-2B90B0BB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194" y="390618"/>
            <a:ext cx="5434353" cy="642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16476"/>
      </p:ext>
    </p:extLst>
  </p:cSld>
  <p:clrMapOvr>
    <a:masterClrMapping/>
  </p:clrMapOvr>
</p:sld>
</file>

<file path=ppt/theme/theme1.xml><?xml version="1.0" encoding="utf-8"?>
<a:theme xmlns:a="http://schemas.openxmlformats.org/drawingml/2006/main" name="New_Simple01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심플 테마</Template>
  <TotalTime>1992</TotalTime>
  <Words>475</Words>
  <Application>Microsoft Office PowerPoint</Application>
  <PresentationFormat>와이드스크린</PresentationFormat>
  <Paragraphs>114</Paragraphs>
  <Slides>25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맑은 고딕</vt:lpstr>
      <vt:lpstr>Aharoni</vt:lpstr>
      <vt:lpstr>Arial</vt:lpstr>
      <vt:lpstr>Book Antiqua</vt:lpstr>
      <vt:lpstr>Britannic Bold</vt:lpstr>
      <vt:lpstr>Tw Cen MT</vt:lpstr>
      <vt:lpstr>Wingdings 3</vt:lpstr>
      <vt:lpstr>New_Simple01</vt:lpstr>
      <vt:lpstr>소플의 처음 만난 리액트</vt:lpstr>
      <vt:lpstr>16장 미니 프로젝트- 미니 블로그 만들기</vt:lpstr>
      <vt:lpstr>16.1 미니 블로그 기획하기</vt:lpstr>
      <vt:lpstr>16.1 미니 블로그 기획하기</vt:lpstr>
      <vt:lpstr>16.2 프로젝트 생성하기</vt:lpstr>
      <vt:lpstr>16.3 필요한 패키지 설치하기</vt:lpstr>
      <vt:lpstr>16.4 주요 컴포넌트 구성하기</vt:lpstr>
      <vt:lpstr>16.1 미니 블로그 기획하기</vt:lpstr>
      <vt:lpstr>16.6 UI 컴포넌트 구현하기</vt:lpstr>
      <vt:lpstr>16.6 UI 컴포넌트 구현하기</vt:lpstr>
      <vt:lpstr>16.7 List 컴포넌트 구현하기</vt:lpstr>
      <vt:lpstr>16.7 List 컴포넌트 구현하기</vt:lpstr>
      <vt:lpstr>16.7 List 컴포넌트 구현하기</vt:lpstr>
      <vt:lpstr>16.7 List 컴포넌트 구현하기</vt:lpstr>
      <vt:lpstr>16.8 가짜 데이터 만들기</vt:lpstr>
      <vt:lpstr>16.9 Page 컴포넌트 구현하기</vt:lpstr>
      <vt:lpstr>PowerPoint 프레젠테이션</vt:lpstr>
      <vt:lpstr>PowerPoint 프레젠테이션</vt:lpstr>
      <vt:lpstr>PowerPoint 프레젠테이션</vt:lpstr>
      <vt:lpstr>PowerPoint 프레젠테이션</vt:lpstr>
      <vt:lpstr>16.10 각 페이지별 경로 구성하기 : react-router-dom</vt:lpstr>
      <vt:lpstr>16.10 각 페이지별 경로 구성하기 : react-router-dom</vt:lpstr>
      <vt:lpstr>16.10 각 페이지별 경로 구성하기 : App.js 파일 수정하기</vt:lpstr>
      <vt:lpstr>16.11 index.js 파일은 그대로</vt:lpstr>
      <vt:lpstr>마치며 -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소플의 처음 만난 리액트</dc:title>
  <dc:creator>김경민</dc:creator>
  <cp:lastModifiedBy>pebble</cp:lastModifiedBy>
  <cp:revision>66</cp:revision>
  <dcterms:created xsi:type="dcterms:W3CDTF">2024-03-11T14:49:31Z</dcterms:created>
  <dcterms:modified xsi:type="dcterms:W3CDTF">2025-06-04T14:23:08Z</dcterms:modified>
</cp:coreProperties>
</file>